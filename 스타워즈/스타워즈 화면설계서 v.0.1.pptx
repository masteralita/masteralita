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1164" r:id="rId2"/>
    <p:sldId id="1240" r:id="rId3"/>
    <p:sldId id="1257" r:id="rId4"/>
    <p:sldId id="2427" r:id="rId5"/>
    <p:sldId id="2422" r:id="rId6"/>
    <p:sldId id="2421" r:id="rId7"/>
    <p:sldId id="2428" r:id="rId8"/>
    <p:sldId id="2429" r:id="rId9"/>
    <p:sldId id="2426" r:id="rId10"/>
    <p:sldId id="2431" r:id="rId11"/>
    <p:sldId id="2430" r:id="rId12"/>
    <p:sldId id="2423" r:id="rId13"/>
    <p:sldId id="242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문서 공통" id="{51B57669-DC22-6448-A02F-FBE9AFF609F0}">
          <p14:sldIdLst>
            <p14:sldId id="1164"/>
            <p14:sldId id="1240"/>
          </p14:sldIdLst>
        </p14:section>
        <p14:section name="콘셉트" id="{26A14541-097F-4384-BA49-9DDEECBD511F}">
          <p14:sldIdLst>
            <p14:sldId id="1257"/>
          </p14:sldIdLst>
        </p14:section>
        <p14:section name="로그인" id="{4912AABD-BD59-4E05-A819-90528E865B4B}">
          <p14:sldIdLst>
            <p14:sldId id="2427"/>
            <p14:sldId id="2422"/>
          </p14:sldIdLst>
        </p14:section>
        <p14:section name="Lobby" id="{DC9E9F15-8040-4CC7-9E77-9022F2C80B91}">
          <p14:sldIdLst>
            <p14:sldId id="2421"/>
            <p14:sldId id="2428"/>
            <p14:sldId id="2429"/>
            <p14:sldId id="2426"/>
            <p14:sldId id="2431"/>
            <p14:sldId id="2430"/>
            <p14:sldId id="2423"/>
            <p14:sldId id="24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나현" initials="김나" lastIdx="1" clrIdx="0">
    <p:extLst>
      <p:ext uri="{19B8F6BF-5375-455C-9EA6-DF929625EA0E}">
        <p15:presenceInfo xmlns:p15="http://schemas.microsoft.com/office/powerpoint/2012/main" userId="d7f58af6215f78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B0C3"/>
    <a:srgbClr val="CCD4DE"/>
    <a:srgbClr val="2E002E"/>
    <a:srgbClr val="FF4343"/>
    <a:srgbClr val="460046"/>
    <a:srgbClr val="CCCCFF"/>
    <a:srgbClr val="660066"/>
    <a:srgbClr val="0D87F5"/>
    <a:srgbClr val="0B4FF6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28" autoAdjust="0"/>
    <p:restoredTop sz="97013" autoAdjust="0"/>
  </p:normalViewPr>
  <p:slideViewPr>
    <p:cSldViewPr snapToGrid="0">
      <p:cViewPr>
        <p:scale>
          <a:sx n="100" d="100"/>
          <a:sy n="100" d="100"/>
        </p:scale>
        <p:origin x="318" y="192"/>
      </p:cViewPr>
      <p:guideLst/>
    </p:cSldViewPr>
  </p:slideViewPr>
  <p:outlineViewPr>
    <p:cViewPr>
      <p:scale>
        <a:sx n="33" d="100"/>
        <a:sy n="33" d="100"/>
      </p:scale>
      <p:origin x="0" y="-19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D02F7-6959-4E6E-AFA1-02DE6998F5CB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FACA0-5A45-46CE-88A0-927C52C476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574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FACA0-5A45-46CE-88A0-927C52C476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437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E41871-1C59-4583-A9C2-5004F498C397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377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FACA0-5A45-46CE-88A0-927C52C476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380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FACA0-5A45-46CE-88A0-927C52C476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014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FACA0-5A45-46CE-88A0-927C52C476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892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FACA0-5A45-46CE-88A0-927C52C476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990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FACA0-5A45-46CE-88A0-927C52C476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57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FACA0-5A45-46CE-88A0-927C52C476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418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0723EE-8F10-4C40-997B-385CCEE1E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070-9422-44BC-958A-DFC6E869F03D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A39BBB-BEE6-4D48-BDA0-67C15021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2D4256-7BF7-4E9E-97B1-C7B51C4CB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3557-8EB5-4520-9980-06E08A01E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13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73F5C331-A051-C24F-A483-ACBE15FB9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6137" y="3432449"/>
            <a:ext cx="3970638" cy="387798"/>
          </a:xfr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l">
              <a:defRPr lang="ko-KR" altLang="en-US" sz="2800" b="1" dirty="0">
                <a:solidFill>
                  <a:srgbClr val="00011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211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내지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5967760" y="6669360"/>
            <a:ext cx="256480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- </a:t>
            </a:r>
            <a:fld id="{E958D18D-F60F-478C-9076-B979C2268E8B}" type="slidenum">
              <a:rPr kumimoji="0" lang="ko-KR" altLang="en-US" sz="900" b="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9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 </a:t>
            </a:r>
            <a:r>
              <a:rPr kumimoji="0" lang="en-US" altLang="ko-KR" sz="9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-</a:t>
            </a:r>
            <a:endParaRPr kumimoji="0" lang="ko-KR" altLang="en-US" sz="900" b="0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2701CB13-224D-5947-8181-41ACC0B2FAF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76347409"/>
              </p:ext>
            </p:extLst>
          </p:nvPr>
        </p:nvGraphicFramePr>
        <p:xfrm>
          <a:off x="0" y="0"/>
          <a:ext cx="12191998" cy="662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147">
                  <a:extLst>
                    <a:ext uri="{9D8B030D-6E8A-4147-A177-3AD203B41FA5}">
                      <a16:colId xmlns:a16="http://schemas.microsoft.com/office/drawing/2014/main" val="3332062428"/>
                    </a:ext>
                  </a:extLst>
                </a:gridCol>
                <a:gridCol w="2025569">
                  <a:extLst>
                    <a:ext uri="{9D8B030D-6E8A-4147-A177-3AD203B41FA5}">
                      <a16:colId xmlns:a16="http://schemas.microsoft.com/office/drawing/2014/main" val="2455404030"/>
                    </a:ext>
                  </a:extLst>
                </a:gridCol>
                <a:gridCol w="1030147">
                  <a:extLst>
                    <a:ext uri="{9D8B030D-6E8A-4147-A177-3AD203B41FA5}">
                      <a16:colId xmlns:a16="http://schemas.microsoft.com/office/drawing/2014/main" val="2231472604"/>
                    </a:ext>
                  </a:extLst>
                </a:gridCol>
                <a:gridCol w="2025570">
                  <a:extLst>
                    <a:ext uri="{9D8B030D-6E8A-4147-A177-3AD203B41FA5}">
                      <a16:colId xmlns:a16="http://schemas.microsoft.com/office/drawing/2014/main" val="4160845372"/>
                    </a:ext>
                  </a:extLst>
                </a:gridCol>
                <a:gridCol w="1018572">
                  <a:extLst>
                    <a:ext uri="{9D8B030D-6E8A-4147-A177-3AD203B41FA5}">
                      <a16:colId xmlns:a16="http://schemas.microsoft.com/office/drawing/2014/main" val="2544986665"/>
                    </a:ext>
                  </a:extLst>
                </a:gridCol>
                <a:gridCol w="2037144">
                  <a:extLst>
                    <a:ext uri="{9D8B030D-6E8A-4147-A177-3AD203B41FA5}">
                      <a16:colId xmlns:a16="http://schemas.microsoft.com/office/drawing/2014/main" val="3412046198"/>
                    </a:ext>
                  </a:extLst>
                </a:gridCol>
                <a:gridCol w="3024849">
                  <a:extLst>
                    <a:ext uri="{9D8B030D-6E8A-4147-A177-3AD203B41FA5}">
                      <a16:colId xmlns:a16="http://schemas.microsoft.com/office/drawing/2014/main" val="4104021535"/>
                    </a:ext>
                  </a:extLst>
                </a:gridCol>
              </a:tblGrid>
              <a:tr h="37362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ore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ID</a:t>
                      </a:r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Description</a:t>
                      </a:r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338223"/>
                  </a:ext>
                </a:extLst>
              </a:tr>
              <a:tr h="6247096">
                <a:tc gridSpan="6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065428"/>
                  </a:ext>
                </a:extLst>
              </a:tr>
            </a:tbl>
          </a:graphicData>
        </a:graphic>
      </p:graphicFrame>
      <p:sp>
        <p:nvSpPr>
          <p:cNvPr id="25" name="제목 1">
            <a:extLst>
              <a:ext uri="{FF2B5EF4-FFF2-40B4-BE49-F238E27FC236}">
                <a16:creationId xmlns:a16="http://schemas.microsoft.com/office/drawing/2014/main" id="{0B8748D9-548F-CB43-90A7-9C1E1BCC7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5440" y="-1"/>
            <a:ext cx="2011851" cy="375781"/>
          </a:xfrm>
          <a:ln w="12700">
            <a:miter lim="400000"/>
          </a:ln>
        </p:spPr>
        <p:txBody>
          <a:bodyPr wrap="none" lIns="108000" tIns="0" rIns="0" bIns="0" anchor="ctr">
            <a:noAutofit/>
          </a:bodyPr>
          <a:lstStyle>
            <a:lvl1pPr algn="l">
              <a:defRPr lang="ko-KR" altLang="en-US" sz="800" b="1" dirty="0">
                <a:solidFill>
                  <a:srgbClr val="00011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pic>
        <p:nvPicPr>
          <p:cNvPr id="2" name="Google Shape;55;p14">
            <a:extLst>
              <a:ext uri="{FF2B5EF4-FFF2-40B4-BE49-F238E27FC236}">
                <a16:creationId xmlns:a16="http://schemas.microsoft.com/office/drawing/2014/main" id="{408A5179-D188-0E81-AEA4-240C3E6A7E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4337" y="6671413"/>
            <a:ext cx="503310" cy="129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6" name="Picture 4" descr="한국뉴먼의 기업로고">
            <a:extLst>
              <a:ext uri="{FF2B5EF4-FFF2-40B4-BE49-F238E27FC236}">
                <a16:creationId xmlns:a16="http://schemas.microsoft.com/office/drawing/2014/main" id="{553A16B1-EB2D-A1CB-D207-21A01CF71C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436" y="6674630"/>
            <a:ext cx="543242" cy="13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7EED331-5083-62E9-79A2-E926D27477D3}"/>
              </a:ext>
            </a:extLst>
          </p:cNvPr>
          <p:cNvSpPr/>
          <p:nvPr userDrawn="1"/>
        </p:nvSpPr>
        <p:spPr>
          <a:xfrm>
            <a:off x="7135493" y="0"/>
            <a:ext cx="2016224" cy="37506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kumimoji="1" lang="ko-KR" altLang="en-US" sz="800" b="1" dirty="0">
                <a:solidFill>
                  <a:schemeClr val="tx1"/>
                </a:solidFill>
              </a:rPr>
              <a:t>조성민</a:t>
            </a:r>
            <a:endParaRPr kumimoji="1" lang="ko-Kore-KR" alt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565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내지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5967760" y="6669360"/>
            <a:ext cx="256480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- </a:t>
            </a:r>
            <a:fld id="{E958D18D-F60F-478C-9076-B979C2268E8B}" type="slidenum">
              <a:rPr kumimoji="0" lang="ko-KR" altLang="en-US" sz="900" b="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9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 </a:t>
            </a:r>
            <a:r>
              <a:rPr kumimoji="0" lang="en-US" altLang="ko-KR" sz="9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-</a:t>
            </a:r>
            <a:endParaRPr kumimoji="0" lang="ko-KR" altLang="en-US" sz="900" b="0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2701CB13-224D-5947-8181-41ACC0B2FAF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39059193"/>
              </p:ext>
            </p:extLst>
          </p:nvPr>
        </p:nvGraphicFramePr>
        <p:xfrm>
          <a:off x="0" y="0"/>
          <a:ext cx="12191998" cy="662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147">
                  <a:extLst>
                    <a:ext uri="{9D8B030D-6E8A-4147-A177-3AD203B41FA5}">
                      <a16:colId xmlns:a16="http://schemas.microsoft.com/office/drawing/2014/main" val="3332062428"/>
                    </a:ext>
                  </a:extLst>
                </a:gridCol>
                <a:gridCol w="2025569">
                  <a:extLst>
                    <a:ext uri="{9D8B030D-6E8A-4147-A177-3AD203B41FA5}">
                      <a16:colId xmlns:a16="http://schemas.microsoft.com/office/drawing/2014/main" val="2455404030"/>
                    </a:ext>
                  </a:extLst>
                </a:gridCol>
                <a:gridCol w="1030147">
                  <a:extLst>
                    <a:ext uri="{9D8B030D-6E8A-4147-A177-3AD203B41FA5}">
                      <a16:colId xmlns:a16="http://schemas.microsoft.com/office/drawing/2014/main" val="2231472604"/>
                    </a:ext>
                  </a:extLst>
                </a:gridCol>
                <a:gridCol w="2025570">
                  <a:extLst>
                    <a:ext uri="{9D8B030D-6E8A-4147-A177-3AD203B41FA5}">
                      <a16:colId xmlns:a16="http://schemas.microsoft.com/office/drawing/2014/main" val="4160845372"/>
                    </a:ext>
                  </a:extLst>
                </a:gridCol>
                <a:gridCol w="1018572">
                  <a:extLst>
                    <a:ext uri="{9D8B030D-6E8A-4147-A177-3AD203B41FA5}">
                      <a16:colId xmlns:a16="http://schemas.microsoft.com/office/drawing/2014/main" val="2544986665"/>
                    </a:ext>
                  </a:extLst>
                </a:gridCol>
                <a:gridCol w="5061993">
                  <a:extLst>
                    <a:ext uri="{9D8B030D-6E8A-4147-A177-3AD203B41FA5}">
                      <a16:colId xmlns:a16="http://schemas.microsoft.com/office/drawing/2014/main" val="3412046198"/>
                    </a:ext>
                  </a:extLst>
                </a:gridCol>
              </a:tblGrid>
              <a:tr h="37362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ore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ID</a:t>
                      </a:r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338223"/>
                  </a:ext>
                </a:extLst>
              </a:tr>
              <a:tr h="6247096">
                <a:tc gridSpan="6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dirty="0">
                        <a:noFill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065428"/>
                  </a:ext>
                </a:extLst>
              </a:tr>
            </a:tbl>
          </a:graphicData>
        </a:graphic>
      </p:graphicFrame>
      <p:sp>
        <p:nvSpPr>
          <p:cNvPr id="25" name="제목 1">
            <a:extLst>
              <a:ext uri="{FF2B5EF4-FFF2-40B4-BE49-F238E27FC236}">
                <a16:creationId xmlns:a16="http://schemas.microsoft.com/office/drawing/2014/main" id="{0B8748D9-548F-CB43-90A7-9C1E1BCC7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5440" y="-1"/>
            <a:ext cx="2011851" cy="375781"/>
          </a:xfrm>
          <a:ln w="12700">
            <a:miter lim="400000"/>
          </a:ln>
        </p:spPr>
        <p:txBody>
          <a:bodyPr wrap="none" lIns="108000" tIns="0" rIns="0" bIns="0" anchor="ctr">
            <a:noAutofit/>
          </a:bodyPr>
          <a:lstStyle>
            <a:lvl1pPr algn="l">
              <a:defRPr lang="ko-KR" altLang="en-US" sz="800" b="1" dirty="0">
                <a:solidFill>
                  <a:srgbClr val="00011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pic>
        <p:nvPicPr>
          <p:cNvPr id="2" name="Google Shape;55;p14">
            <a:extLst>
              <a:ext uri="{FF2B5EF4-FFF2-40B4-BE49-F238E27FC236}">
                <a16:creationId xmlns:a16="http://schemas.microsoft.com/office/drawing/2014/main" id="{307BE25A-0AC5-047F-EA7F-1766A373137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4337" y="6671413"/>
            <a:ext cx="503310" cy="129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4" descr="한국뉴먼의 기업로고">
            <a:extLst>
              <a:ext uri="{FF2B5EF4-FFF2-40B4-BE49-F238E27FC236}">
                <a16:creationId xmlns:a16="http://schemas.microsoft.com/office/drawing/2014/main" id="{BA37F96B-8D9B-07AA-9848-0B1BD3ACEF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436" y="6674630"/>
            <a:ext cx="543242" cy="13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557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8387133" y="326968"/>
            <a:ext cx="3380871" cy="208024"/>
          </a:xfrm>
          <a:prstGeom prst="rect">
            <a:avLst/>
          </a:prstGeom>
        </p:spPr>
        <p:txBody>
          <a:bodyPr lIns="0" tIns="0" rIns="0" bIns="0"/>
          <a:lstStyle>
            <a:lvl1pPr marL="100913" indent="-100913" algn="r">
              <a:buClr>
                <a:schemeClr val="accent1"/>
              </a:buClr>
              <a:buFont typeface="Arial" pitchFamily="34" charset="0"/>
              <a:buNone/>
              <a:defRPr sz="788" b="0" spc="-56" baseline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1.1 </a:t>
            </a:r>
            <a:r>
              <a:rPr lang="ko-KR" altLang="en-US" dirty="0" err="1"/>
              <a:t>중제목</a:t>
            </a:r>
            <a:r>
              <a:rPr lang="ko-KR" altLang="en-US" dirty="0"/>
              <a:t> </a:t>
            </a:r>
            <a:r>
              <a:rPr lang="en-US" altLang="ko-KR" dirty="0"/>
              <a:t>13pt</a:t>
            </a:r>
            <a:endParaRPr lang="ko-KR" altLang="en-US" dirty="0"/>
          </a:p>
        </p:txBody>
      </p:sp>
      <p:sp>
        <p:nvSpPr>
          <p:cNvPr id="17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8400626" y="95557"/>
            <a:ext cx="3380311" cy="227225"/>
          </a:xfrm>
          <a:prstGeom prst="rect">
            <a:avLst/>
          </a:prstGeom>
        </p:spPr>
        <p:txBody>
          <a:bodyPr lIns="0" tIns="0" rIns="0" bIns="0"/>
          <a:lstStyle>
            <a:lvl1pPr marL="192894" indent="-192894" algn="r" defTabSz="514383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788" b="1" kern="1200" spc="-56" baseline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lvl="0"/>
            <a:r>
              <a:rPr lang="en-US" altLang="ko-KR" dirty="0"/>
              <a:t>1. </a:t>
            </a:r>
            <a:r>
              <a:rPr lang="ko-KR" altLang="en-US" dirty="0" err="1"/>
              <a:t>대제목</a:t>
            </a:r>
            <a:r>
              <a:rPr lang="ko-KR" altLang="en-US" dirty="0"/>
              <a:t> </a:t>
            </a:r>
            <a:r>
              <a:rPr lang="en-US" altLang="ko-KR" dirty="0"/>
              <a:t>15pt Bold</a:t>
            </a:r>
          </a:p>
        </p:txBody>
      </p:sp>
      <p:sp>
        <p:nvSpPr>
          <p:cNvPr id="24" name="텍스트 개체 틀 1"/>
          <p:cNvSpPr>
            <a:spLocks noGrp="1"/>
          </p:cNvSpPr>
          <p:nvPr>
            <p:ph type="body" sz="quarter" idx="10" hasCustomPrompt="1"/>
          </p:nvPr>
        </p:nvSpPr>
        <p:spPr>
          <a:xfrm>
            <a:off x="599983" y="149302"/>
            <a:ext cx="7326095" cy="25537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buNone/>
              <a:defRPr sz="1013" b="1" spc="-56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1.1.1 </a:t>
            </a:r>
            <a:r>
              <a:rPr lang="ko-KR" altLang="en-US" dirty="0"/>
              <a:t>소제목 </a:t>
            </a:r>
            <a:r>
              <a:rPr lang="en-US" altLang="ko-KR" dirty="0"/>
              <a:t>Regular</a:t>
            </a:r>
            <a:r>
              <a:rPr lang="ko-KR" altLang="en-US" dirty="0"/>
              <a:t> </a:t>
            </a:r>
            <a:r>
              <a:rPr lang="en-US" altLang="ko-KR" dirty="0"/>
              <a:t>18pt Bold</a:t>
            </a:r>
            <a:endParaRPr lang="ko-KR" altLang="en-US" dirty="0"/>
          </a:p>
        </p:txBody>
      </p:sp>
      <p:sp>
        <p:nvSpPr>
          <p:cNvPr id="1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599980" y="582963"/>
            <a:ext cx="10990192" cy="37753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fontAlgn="base" latinLnBrk="0">
              <a:buClr>
                <a:schemeClr val="tx1">
                  <a:lumMod val="85000"/>
                  <a:lumOff val="15000"/>
                </a:schemeClr>
              </a:buClr>
              <a:buFont typeface="Arial" pitchFamily="34" charset="0"/>
              <a:buNone/>
              <a:defRPr sz="900" b="1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1.1.1.1 </a:t>
            </a:r>
            <a:r>
              <a:rPr lang="ko-KR" altLang="en-US" dirty="0"/>
              <a:t>세부제목은 </a:t>
            </a:r>
            <a:r>
              <a:rPr lang="en-US" altLang="ko-KR" dirty="0"/>
              <a:t>Regular</a:t>
            </a:r>
            <a:r>
              <a:rPr lang="ko-KR" altLang="en-US" dirty="0"/>
              <a:t> </a:t>
            </a:r>
            <a:r>
              <a:rPr lang="en-US" altLang="ko-KR" dirty="0"/>
              <a:t>18pt Bold</a:t>
            </a:r>
            <a:r>
              <a:rPr lang="ko-KR" altLang="en-US" dirty="0"/>
              <a:t>를 사용합니다</a:t>
            </a:r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037488" y="6593728"/>
            <a:ext cx="117020" cy="866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563" b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563" b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2" name="Google Shape;55;p14">
            <a:extLst>
              <a:ext uri="{FF2B5EF4-FFF2-40B4-BE49-F238E27FC236}">
                <a16:creationId xmlns:a16="http://schemas.microsoft.com/office/drawing/2014/main" id="{AE85DC3A-5E70-4007-C559-2890B9F3700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4337" y="6671413"/>
            <a:ext cx="503310" cy="129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4" descr="한국뉴먼의 기업로고">
            <a:extLst>
              <a:ext uri="{FF2B5EF4-FFF2-40B4-BE49-F238E27FC236}">
                <a16:creationId xmlns:a16="http://schemas.microsoft.com/office/drawing/2014/main" id="{2810F506-802E-A732-BAEF-D9DFB94E63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436" y="6674630"/>
            <a:ext cx="543242" cy="13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Google Shape;59;p16">
            <a:extLst>
              <a:ext uri="{FF2B5EF4-FFF2-40B4-BE49-F238E27FC236}">
                <a16:creationId xmlns:a16="http://schemas.microsoft.com/office/drawing/2014/main" id="{F585EAED-B2E4-DB51-CC28-5B335402EA78}"/>
              </a:ext>
            </a:extLst>
          </p:cNvPr>
          <p:cNvCxnSpPr>
            <a:cxnSpLocks/>
          </p:cNvCxnSpPr>
          <p:nvPr userDrawn="1"/>
        </p:nvCxnSpPr>
        <p:spPr>
          <a:xfrm>
            <a:off x="369235" y="566175"/>
            <a:ext cx="11453530" cy="0"/>
          </a:xfrm>
          <a:prstGeom prst="straightConnector1">
            <a:avLst/>
          </a:prstGeom>
          <a:noFill/>
          <a:ln w="38100" cap="flat" cmpd="sng">
            <a:solidFill>
              <a:srgbClr val="231E5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32161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730">
          <p15:clr>
            <a:srgbClr val="FBAE40"/>
          </p15:clr>
        </p15:guide>
        <p15:guide id="3" pos="122">
          <p15:clr>
            <a:srgbClr val="FBAE40"/>
          </p15:clr>
        </p15:guide>
        <p15:guide id="4" pos="3388">
          <p15:clr>
            <a:srgbClr val="FBAE40"/>
          </p15:clr>
        </p15:guide>
        <p15:guide id="5" orient="horz" pos="709">
          <p15:clr>
            <a:srgbClr val="FBAE40"/>
          </p15:clr>
        </p15:guide>
        <p15:guide id="6" orient="horz" pos="1026">
          <p15:clr>
            <a:srgbClr val="FBAE40"/>
          </p15:clr>
        </p15:guide>
        <p15:guide id="7" orient="horz" pos="3974">
          <p15:clr>
            <a:srgbClr val="FBAE40"/>
          </p15:clr>
        </p15:guide>
        <p15:guide id="8" pos="178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ABA59-7CCD-46D4-B6A2-F5BDC43B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567D8F-1BB0-4FA5-B514-C83A513C7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DBB60B-5BD7-4ACC-9DBB-4A7564C21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19070-9422-44BC-958A-DFC6E869F03D}" type="datetimeFigureOut">
              <a:rPr lang="ko-KR" altLang="en-US" smtClean="0"/>
              <a:t>2023-04-17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BB918-4B23-4940-964D-F86BB6D0A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001066-0E46-4C94-AA17-391B63EA5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53557-8EB5-4520-9980-06E08A01E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22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1" r:id="rId2"/>
    <p:sldLayoutId id="2147483664" r:id="rId3"/>
    <p:sldLayoutId id="2147483666" r:id="rId4"/>
    <p:sldLayoutId id="2147483667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980153E2-B16E-488C-A809-9AA166867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31" y="1649751"/>
            <a:ext cx="2621295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397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atinLnBrk="0"/>
            <a:r>
              <a:rPr lang="en-US" altLang="ko" sz="3600" b="1" dirty="0">
                <a:latin typeface="+mn-ea"/>
              </a:rPr>
              <a:t>STAR WARS</a:t>
            </a:r>
            <a:endParaRPr lang="en-US" altLang="ko-KR" sz="900" dirty="0">
              <a:latin typeface="+mn-ea"/>
            </a:endParaRPr>
          </a:p>
          <a:p>
            <a:pPr latinLnBrk="0"/>
            <a:endParaRPr lang="ko-KR" altLang="en-US" sz="900" dirty="0">
              <a:latin typeface="+mn-ea"/>
            </a:endParaRPr>
          </a:p>
          <a:p>
            <a:r>
              <a:rPr lang="ko-KR" altLang="en-US" sz="3200" dirty="0">
                <a:latin typeface="+mn-ea"/>
                <a:cs typeface="Arial" panose="020B0604020202020204" pitchFamily="34" charset="0"/>
              </a:rPr>
              <a:t>화면설계서</a:t>
            </a:r>
            <a:endParaRPr lang="en-US" altLang="ko-KR" sz="3200" b="1" dirty="0"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Group 140">
            <a:extLst>
              <a:ext uri="{FF2B5EF4-FFF2-40B4-BE49-F238E27FC236}">
                <a16:creationId xmlns:a16="http://schemas.microsoft.com/office/drawing/2014/main" id="{5C8705A5-DC87-DE9D-59EE-0DF18E26D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175755"/>
              </p:ext>
            </p:extLst>
          </p:nvPr>
        </p:nvGraphicFramePr>
        <p:xfrm>
          <a:off x="625531" y="5339255"/>
          <a:ext cx="2432979" cy="918999"/>
        </p:xfrm>
        <a:graphic>
          <a:graphicData uri="http://schemas.openxmlformats.org/drawingml/2006/table">
            <a:tbl>
              <a:tblPr/>
              <a:tblGrid>
                <a:gridCol w="1213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3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CREATION DATE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99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99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LAST UPDATE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2023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DOCUMENT Ver.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476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599983" y="174702"/>
            <a:ext cx="7326095" cy="255371"/>
          </a:xfrm>
        </p:spPr>
        <p:txBody>
          <a:bodyPr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1400" dirty="0"/>
              <a:t>변경 이력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884152"/>
              </p:ext>
            </p:extLst>
          </p:nvPr>
        </p:nvGraphicFramePr>
        <p:xfrm>
          <a:off x="162046" y="539931"/>
          <a:ext cx="11802942" cy="35736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614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1905">
                  <a:extLst>
                    <a:ext uri="{9D8B030D-6E8A-4147-A177-3AD203B41FA5}">
                      <a16:colId xmlns:a16="http://schemas.microsoft.com/office/drawing/2014/main" val="3200410516"/>
                    </a:ext>
                  </a:extLst>
                </a:gridCol>
                <a:gridCol w="1319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5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8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67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00" b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버전</a:t>
                      </a:r>
                      <a:endParaRPr lang="ko-KR" sz="7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00" b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페이지</a:t>
                      </a:r>
                      <a:endParaRPr lang="ko-KR" sz="7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개정 이력</a:t>
                      </a:r>
                      <a:endParaRPr lang="ko-KR" altLang="ko-Kore-KR" sz="7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00" b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작성일</a:t>
                      </a:r>
                      <a:endParaRPr lang="ko-KR" sz="7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00" b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작성자</a:t>
                      </a:r>
                      <a:endParaRPr lang="ko-KR" sz="7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00" b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승인자</a:t>
                      </a:r>
                      <a:endParaRPr lang="ko-KR" sz="7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00" b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비고</a:t>
                      </a:r>
                      <a:endParaRPr lang="ko-KR" sz="7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6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7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0.1</a:t>
                      </a:r>
                      <a:endParaRPr lang="ko-KR" sz="700" b="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700" b="0" dirty="0"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7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문서 발행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2022-12-16</a:t>
                      </a:r>
                      <a:endParaRPr lang="ko-KR" altLang="ko-Kore-KR" sz="700" b="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7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조성민</a:t>
                      </a:r>
                      <a:endParaRPr lang="ko-KR" sz="700" b="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ko-KR" sz="700" b="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ko-KR" sz="700" b="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4828" marR="34828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74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95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58E2745-A65B-56B4-1DF3-59039AC0D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6137" y="3432449"/>
            <a:ext cx="1077218" cy="387798"/>
          </a:xfrm>
        </p:spPr>
        <p:txBody>
          <a:bodyPr/>
          <a:lstStyle/>
          <a:p>
            <a:r>
              <a:rPr lang="ko-KR" altLang="en-US" dirty="0"/>
              <a:t>콘셉트</a:t>
            </a:r>
          </a:p>
        </p:txBody>
      </p:sp>
    </p:spTree>
    <p:extLst>
      <p:ext uri="{BB962C8B-B14F-4D97-AF65-F5344CB8AC3E}">
        <p14:creationId xmlns:p14="http://schemas.microsoft.com/office/powerpoint/2010/main" val="155368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3BC18-8DC4-3F49-9C8F-5ACA900F2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6137" y="3432449"/>
            <a:ext cx="1077218" cy="387798"/>
          </a:xfrm>
        </p:spPr>
        <p:txBody>
          <a:bodyPr/>
          <a:lstStyle/>
          <a:p>
            <a:r>
              <a:rPr lang="ko-KR" altLang="en-US" dirty="0"/>
              <a:t>로그인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60037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0E39343-5C36-754D-912E-7D014F1C1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Lobby</a:t>
            </a:r>
            <a:endParaRPr lang="ko-Kore-KR" altLang="en-US" dirty="0">
              <a:latin typeface="+mn-ea"/>
              <a:ea typeface="+mn-ea"/>
            </a:endParaRPr>
          </a:p>
        </p:txBody>
      </p:sp>
      <p:graphicFrame>
        <p:nvGraphicFramePr>
          <p:cNvPr id="4" name="Google Shape;912;p23">
            <a:extLst>
              <a:ext uri="{FF2B5EF4-FFF2-40B4-BE49-F238E27FC236}">
                <a16:creationId xmlns:a16="http://schemas.microsoft.com/office/drawing/2014/main" id="{88B0AC8B-7F75-2F42-8C9D-4E789813F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7669053"/>
              </p:ext>
            </p:extLst>
          </p:nvPr>
        </p:nvGraphicFramePr>
        <p:xfrm>
          <a:off x="9169566" y="375060"/>
          <a:ext cx="3024000" cy="17788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※</a:t>
                      </a:r>
                      <a:endParaRPr sz="700" b="1" i="0" u="none" strike="noStrike" cap="none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318502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1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2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68971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3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155254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4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556179"/>
                  </a:ext>
                </a:extLst>
              </a:tr>
              <a:tr h="257869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5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943305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6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63827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7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35791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39034090-9A6A-EE40-9A71-125F4384DE2E}"/>
              </a:ext>
            </a:extLst>
          </p:cNvPr>
          <p:cNvSpPr/>
          <p:nvPr/>
        </p:nvSpPr>
        <p:spPr>
          <a:xfrm>
            <a:off x="4079776" y="0"/>
            <a:ext cx="2016224" cy="37506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kumimoji="1" lang="en-US" altLang="ko-Kore-KR" sz="800" b="1" dirty="0">
                <a:solidFill>
                  <a:schemeClr val="tx1"/>
                </a:solidFill>
                <a:latin typeface="+mn-ea"/>
              </a:rPr>
              <a:t>LOBY-0</a:t>
            </a:r>
            <a:r>
              <a:rPr kumimoji="1" lang="en-US" altLang="ko-KR" sz="800" b="1" dirty="0">
                <a:solidFill>
                  <a:schemeClr val="tx1"/>
                </a:solidFill>
                <a:latin typeface="+mn-ea"/>
              </a:rPr>
              <a:t>01</a:t>
            </a:r>
            <a:endParaRPr kumimoji="1" lang="ko-Kore-KR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5BEE64-62BB-6BFF-3A87-35125D07CCCE}"/>
              </a:ext>
            </a:extLst>
          </p:cNvPr>
          <p:cNvSpPr/>
          <p:nvPr/>
        </p:nvSpPr>
        <p:spPr>
          <a:xfrm>
            <a:off x="497550" y="885582"/>
            <a:ext cx="1466748" cy="55399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미지와의 조우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36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3BC18-8DC4-3F49-9C8F-5ACA900F2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6137" y="3432449"/>
            <a:ext cx="1119730" cy="387798"/>
          </a:xfrm>
        </p:spPr>
        <p:txBody>
          <a:bodyPr/>
          <a:lstStyle/>
          <a:p>
            <a:r>
              <a:rPr lang="en-US" altLang="ko-KR" dirty="0"/>
              <a:t>LOBBY</a:t>
            </a:r>
            <a:endParaRPr lang="ko-Kore-KR" altLang="en-US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4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0E39343-5C36-754D-912E-7D014F1C1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Lobby</a:t>
            </a:r>
            <a:endParaRPr lang="ko-Kore-KR" altLang="en-US" dirty="0">
              <a:latin typeface="+mn-ea"/>
              <a:ea typeface="+mn-ea"/>
            </a:endParaRPr>
          </a:p>
        </p:txBody>
      </p:sp>
      <p:graphicFrame>
        <p:nvGraphicFramePr>
          <p:cNvPr id="4" name="Google Shape;912;p23">
            <a:extLst>
              <a:ext uri="{FF2B5EF4-FFF2-40B4-BE49-F238E27FC236}">
                <a16:creationId xmlns:a16="http://schemas.microsoft.com/office/drawing/2014/main" id="{88B0AC8B-7F75-2F42-8C9D-4E789813F3EE}"/>
              </a:ext>
            </a:extLst>
          </p:cNvPr>
          <p:cNvGraphicFramePr/>
          <p:nvPr/>
        </p:nvGraphicFramePr>
        <p:xfrm>
          <a:off x="9169566" y="375060"/>
          <a:ext cx="3024000" cy="17788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※</a:t>
                      </a:r>
                      <a:endParaRPr sz="700" b="1" i="0" u="none" strike="noStrike" cap="none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318502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1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2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68971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3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155254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4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556179"/>
                  </a:ext>
                </a:extLst>
              </a:tr>
              <a:tr h="257869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5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943305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6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63827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7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35791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39034090-9A6A-EE40-9A71-125F4384DE2E}"/>
              </a:ext>
            </a:extLst>
          </p:cNvPr>
          <p:cNvSpPr/>
          <p:nvPr/>
        </p:nvSpPr>
        <p:spPr>
          <a:xfrm>
            <a:off x="4079776" y="0"/>
            <a:ext cx="2016224" cy="37506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kumimoji="1" lang="en-US" altLang="ko-Kore-KR" sz="800" b="1" dirty="0">
                <a:solidFill>
                  <a:schemeClr val="tx1"/>
                </a:solidFill>
                <a:latin typeface="+mn-ea"/>
              </a:rPr>
              <a:t>LOBY-0</a:t>
            </a:r>
            <a:r>
              <a:rPr kumimoji="1" lang="en-US" altLang="ko-KR" sz="800" b="1" dirty="0">
                <a:solidFill>
                  <a:schemeClr val="tx1"/>
                </a:solidFill>
                <a:latin typeface="+mn-ea"/>
              </a:rPr>
              <a:t>01</a:t>
            </a:r>
            <a:endParaRPr kumimoji="1" lang="ko-Kore-KR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130D57-976C-E60B-021B-B24FFCADBC86}"/>
              </a:ext>
            </a:extLst>
          </p:cNvPr>
          <p:cNvSpPr/>
          <p:nvPr/>
        </p:nvSpPr>
        <p:spPr>
          <a:xfrm>
            <a:off x="155575" y="624030"/>
            <a:ext cx="3240000" cy="57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D17BF5-BD15-1E70-227F-A8744852EBBF}"/>
              </a:ext>
            </a:extLst>
          </p:cNvPr>
          <p:cNvSpPr txBox="1"/>
          <p:nvPr/>
        </p:nvSpPr>
        <p:spPr>
          <a:xfrm>
            <a:off x="11179083" y="6375333"/>
            <a:ext cx="49694" cy="107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kumimoji="1" lang="en-US" altLang="ko-Kore-KR" sz="700" dirty="0"/>
              <a:t>0</a:t>
            </a:r>
            <a:endParaRPr kumimoji="1" lang="ko-Kore-KR" altLang="en-US" sz="7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957407-F374-9EC4-5D60-77DCB5A12883}"/>
              </a:ext>
            </a:extLst>
          </p:cNvPr>
          <p:cNvSpPr txBox="1"/>
          <p:nvPr/>
        </p:nvSpPr>
        <p:spPr>
          <a:xfrm>
            <a:off x="12293508" y="6375333"/>
            <a:ext cx="49694" cy="107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kumimoji="1" lang="en-US" altLang="ko-Kore-KR" sz="700" dirty="0"/>
              <a:t>0</a:t>
            </a:r>
            <a:endParaRPr kumimoji="1" lang="ko-Kore-KR" altLang="en-US" sz="700" dirty="0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8561F51F-5F91-A623-956B-8FC14EE9D46F}"/>
              </a:ext>
            </a:extLst>
          </p:cNvPr>
          <p:cNvSpPr/>
          <p:nvPr/>
        </p:nvSpPr>
        <p:spPr>
          <a:xfrm>
            <a:off x="155575" y="624030"/>
            <a:ext cx="3240000" cy="5760000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+mn-ea"/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9A3F325F-1F4F-DA99-1B43-76E8EB510333}"/>
              </a:ext>
            </a:extLst>
          </p:cNvPr>
          <p:cNvGrpSpPr/>
          <p:nvPr/>
        </p:nvGrpSpPr>
        <p:grpSpPr>
          <a:xfrm>
            <a:off x="155575" y="5822157"/>
            <a:ext cx="3240000" cy="561874"/>
            <a:chOff x="1377000" y="3509387"/>
            <a:chExt cx="2706411" cy="445143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AAC5A837-4A60-CEEB-CAD3-1E78FB02AF1C}"/>
                </a:ext>
              </a:extLst>
            </p:cNvPr>
            <p:cNvSpPr/>
            <p:nvPr/>
          </p:nvSpPr>
          <p:spPr>
            <a:xfrm>
              <a:off x="1377000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1D1BD940-0558-6E84-4293-28811D08D383}"/>
                </a:ext>
              </a:extLst>
            </p:cNvPr>
            <p:cNvSpPr/>
            <p:nvPr/>
          </p:nvSpPr>
          <p:spPr>
            <a:xfrm>
              <a:off x="1919009" y="3509387"/>
              <a:ext cx="542009" cy="445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D3D7955C-C6C7-9243-7F9A-2E839336E3DE}"/>
                </a:ext>
              </a:extLst>
            </p:cNvPr>
            <p:cNvSpPr/>
            <p:nvPr/>
          </p:nvSpPr>
          <p:spPr>
            <a:xfrm>
              <a:off x="2461018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31F0C7C2-5972-C689-CC5D-15B5B90A1653}"/>
                </a:ext>
              </a:extLst>
            </p:cNvPr>
            <p:cNvSpPr/>
            <p:nvPr/>
          </p:nvSpPr>
          <p:spPr>
            <a:xfrm>
              <a:off x="3001210" y="3509387"/>
              <a:ext cx="542009" cy="445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BBE536F1-5CB5-9AE3-7B5C-C589F15DA5C9}"/>
                </a:ext>
              </a:extLst>
            </p:cNvPr>
            <p:cNvSpPr/>
            <p:nvPr/>
          </p:nvSpPr>
          <p:spPr>
            <a:xfrm>
              <a:off x="3541402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18E8AE49-A2AD-8788-49D4-F24BBE4083BD}"/>
              </a:ext>
            </a:extLst>
          </p:cNvPr>
          <p:cNvGrpSpPr/>
          <p:nvPr/>
        </p:nvGrpSpPr>
        <p:grpSpPr>
          <a:xfrm>
            <a:off x="9411294" y="3239900"/>
            <a:ext cx="2958364" cy="262859"/>
            <a:chOff x="299575" y="5461780"/>
            <a:chExt cx="2958364" cy="262859"/>
          </a:xfrm>
        </p:grpSpPr>
        <p:sp>
          <p:nvSpPr>
            <p:cNvPr id="172" name="모서리가 둥근 직사각형 171">
              <a:extLst>
                <a:ext uri="{FF2B5EF4-FFF2-40B4-BE49-F238E27FC236}">
                  <a16:creationId xmlns:a16="http://schemas.microsoft.com/office/drawing/2014/main" id="{884315FF-2DC1-8ABA-F112-02942EDFE164}"/>
                </a:ext>
              </a:extLst>
            </p:cNvPr>
            <p:cNvSpPr/>
            <p:nvPr/>
          </p:nvSpPr>
          <p:spPr>
            <a:xfrm>
              <a:off x="299575" y="5556860"/>
              <a:ext cx="2109692" cy="8902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9FA01"/>
                </a:gs>
                <a:gs pos="100000">
                  <a:srgbClr val="0B4FF6"/>
                </a:gs>
              </a:gsLst>
              <a:lin ang="0" scaled="1"/>
            </a:gra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atin typeface="+mn-ea"/>
              </a:endParaRPr>
            </a:p>
          </p:txBody>
        </p:sp>
        <p:sp>
          <p:nvSpPr>
            <p:cNvPr id="173" name="모서리가 둥근 직사각형 172">
              <a:extLst>
                <a:ext uri="{FF2B5EF4-FFF2-40B4-BE49-F238E27FC236}">
                  <a16:creationId xmlns:a16="http://schemas.microsoft.com/office/drawing/2014/main" id="{B9376AC2-FA00-E346-F1A0-B51A63A7E1A0}"/>
                </a:ext>
              </a:extLst>
            </p:cNvPr>
            <p:cNvSpPr/>
            <p:nvPr/>
          </p:nvSpPr>
          <p:spPr>
            <a:xfrm>
              <a:off x="299575" y="5556860"/>
              <a:ext cx="2808000" cy="89026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rgbClr val="00FB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atin typeface="+mn-ea"/>
              </a:endParaRPr>
            </a:p>
          </p:txBody>
        </p: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D19F299E-D4AE-2741-289D-536F29F206B8}"/>
                </a:ext>
              </a:extLst>
            </p:cNvPr>
            <p:cNvGrpSpPr/>
            <p:nvPr/>
          </p:nvGrpSpPr>
          <p:grpSpPr>
            <a:xfrm>
              <a:off x="2895381" y="5461780"/>
              <a:ext cx="362558" cy="262859"/>
              <a:chOff x="7170038" y="4046621"/>
              <a:chExt cx="1034420" cy="681790"/>
            </a:xfrm>
          </p:grpSpPr>
          <p:grpSp>
            <p:nvGrpSpPr>
              <p:cNvPr id="175" name="그룹 174">
                <a:extLst>
                  <a:ext uri="{FF2B5EF4-FFF2-40B4-BE49-F238E27FC236}">
                    <a16:creationId xmlns:a16="http://schemas.microsoft.com/office/drawing/2014/main" id="{78248344-053A-613E-CC52-FC962CBC9032}"/>
                  </a:ext>
                </a:extLst>
              </p:cNvPr>
              <p:cNvGrpSpPr/>
              <p:nvPr/>
            </p:nvGrpSpPr>
            <p:grpSpPr>
              <a:xfrm>
                <a:off x="7170038" y="4046621"/>
                <a:ext cx="1034420" cy="681790"/>
                <a:chOff x="7170038" y="4046621"/>
                <a:chExt cx="1034420" cy="681790"/>
              </a:xfrm>
            </p:grpSpPr>
            <p:sp>
              <p:nvSpPr>
                <p:cNvPr id="178" name="양쪽 모서리가 둥근 사각형 177">
                  <a:extLst>
                    <a:ext uri="{FF2B5EF4-FFF2-40B4-BE49-F238E27FC236}">
                      <a16:creationId xmlns:a16="http://schemas.microsoft.com/office/drawing/2014/main" id="{9857B959-264F-C6F9-2933-293BB900E9A1}"/>
                    </a:ext>
                  </a:extLst>
                </p:cNvPr>
                <p:cNvSpPr/>
                <p:nvPr/>
              </p:nvSpPr>
              <p:spPr>
                <a:xfrm>
                  <a:off x="7170038" y="4046621"/>
                  <a:ext cx="1034420" cy="22459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pattFill prst="ltHorz">
                  <a:fgClr>
                    <a:schemeClr val="accent4">
                      <a:lumMod val="60000"/>
                      <a:lumOff val="40000"/>
                    </a:schemeClr>
                  </a:fgClr>
                  <a:bgClr>
                    <a:schemeClr val="accent4">
                      <a:lumMod val="20000"/>
                      <a:lumOff val="80000"/>
                    </a:schemeClr>
                  </a:bgClr>
                </a:pattFill>
                <a:ln w="254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/>
                </a:p>
              </p:txBody>
            </p:sp>
            <p:sp>
              <p:nvSpPr>
                <p:cNvPr id="179" name="사다리꼴[T] 178">
                  <a:extLst>
                    <a:ext uri="{FF2B5EF4-FFF2-40B4-BE49-F238E27FC236}">
                      <a16:creationId xmlns:a16="http://schemas.microsoft.com/office/drawing/2014/main" id="{3EFA4F87-C2BC-EA09-B5EF-827CD15C1F1A}"/>
                    </a:ext>
                  </a:extLst>
                </p:cNvPr>
                <p:cNvSpPr/>
                <p:nvPr/>
              </p:nvSpPr>
              <p:spPr>
                <a:xfrm rot="10800000">
                  <a:off x="7170038" y="4271211"/>
                  <a:ext cx="1034419" cy="457200"/>
                </a:xfrm>
                <a:prstGeom prst="trapezoid">
                  <a:avLst>
                    <a:gd name="adj" fmla="val 15863"/>
                  </a:avLst>
                </a:prstGeom>
                <a:pattFill prst="ltHorz">
                  <a:fgClr>
                    <a:schemeClr val="accent4">
                      <a:lumMod val="60000"/>
                      <a:lumOff val="40000"/>
                    </a:schemeClr>
                  </a:fgClr>
                  <a:bgClr>
                    <a:schemeClr val="accent4">
                      <a:lumMod val="20000"/>
                      <a:lumOff val="80000"/>
                    </a:schemeClr>
                  </a:bgClr>
                </a:pattFill>
                <a:ln w="254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/>
                </a:p>
              </p:txBody>
            </p:sp>
          </p:grpSp>
          <p:sp>
            <p:nvSpPr>
              <p:cNvPr id="176" name="타원 175">
                <a:extLst>
                  <a:ext uri="{FF2B5EF4-FFF2-40B4-BE49-F238E27FC236}">
                    <a16:creationId xmlns:a16="http://schemas.microsoft.com/office/drawing/2014/main" id="{849D6C56-3BA1-4452-2DF2-9ACDB9DE6FB8}"/>
                  </a:ext>
                </a:extLst>
              </p:cNvPr>
              <p:cNvSpPr/>
              <p:nvPr/>
            </p:nvSpPr>
            <p:spPr>
              <a:xfrm>
                <a:off x="7614236" y="4322607"/>
                <a:ext cx="146025" cy="146025"/>
              </a:xfrm>
              <a:prstGeom prst="ellipse">
                <a:avLst/>
              </a:prstGeom>
              <a:solidFill>
                <a:schemeClr val="accent4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77" name="눈물 방울 176">
                <a:extLst>
                  <a:ext uri="{FF2B5EF4-FFF2-40B4-BE49-F238E27FC236}">
                    <a16:creationId xmlns:a16="http://schemas.microsoft.com/office/drawing/2014/main" id="{F7F4892F-E597-7CE5-6830-409D3D7F6196}"/>
                  </a:ext>
                </a:extLst>
              </p:cNvPr>
              <p:cNvSpPr/>
              <p:nvPr/>
            </p:nvSpPr>
            <p:spPr>
              <a:xfrm rot="18900000">
                <a:off x="7652906" y="4375310"/>
                <a:ext cx="65953" cy="65953"/>
              </a:xfrm>
              <a:prstGeom prst="teardrop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3FAFDFB8-B568-0349-0467-99F3C5DCBADE}"/>
              </a:ext>
            </a:extLst>
          </p:cNvPr>
          <p:cNvSpPr txBox="1"/>
          <p:nvPr/>
        </p:nvSpPr>
        <p:spPr>
          <a:xfrm>
            <a:off x="9818666" y="2693801"/>
            <a:ext cx="400751" cy="107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kumimoji="1" lang="en-US" altLang="ko-Kore-KR" sz="700" b="1" dirty="0"/>
              <a:t>Star Dust</a:t>
            </a:r>
            <a:endParaRPr kumimoji="1" lang="ko-Kore-KR" altLang="en-US" sz="700" b="1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9ABA9F6-98CE-D19F-8BCA-B8B78240C606}"/>
              </a:ext>
            </a:extLst>
          </p:cNvPr>
          <p:cNvSpPr txBox="1"/>
          <p:nvPr/>
        </p:nvSpPr>
        <p:spPr>
          <a:xfrm>
            <a:off x="10736342" y="2693801"/>
            <a:ext cx="423193" cy="107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kumimoji="1" lang="en-US" altLang="ko-Kore-KR" sz="700" b="1" dirty="0"/>
              <a:t>Star Piece</a:t>
            </a:r>
            <a:endParaRPr kumimoji="1" lang="ko-Kore-KR" altLang="en-US" sz="700" b="1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29A6004-4C7A-36E5-2B18-67927460658A}"/>
              </a:ext>
            </a:extLst>
          </p:cNvPr>
          <p:cNvSpPr txBox="1"/>
          <p:nvPr/>
        </p:nvSpPr>
        <p:spPr>
          <a:xfrm>
            <a:off x="9818666" y="2872011"/>
            <a:ext cx="436017" cy="107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kumimoji="1" lang="en-US" altLang="ko-Kore-KR" sz="700" dirty="0"/>
              <a:t>10,000,000</a:t>
            </a:r>
            <a:endParaRPr kumimoji="1" lang="ko-Kore-KR" altLang="en-US" sz="70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DD5A8A0-A0EF-7BD6-7C4D-6E6222958417}"/>
              </a:ext>
            </a:extLst>
          </p:cNvPr>
          <p:cNvSpPr txBox="1"/>
          <p:nvPr/>
        </p:nvSpPr>
        <p:spPr>
          <a:xfrm>
            <a:off x="10736342" y="2872011"/>
            <a:ext cx="102592" cy="107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kumimoji="1" lang="en-US" altLang="ko-Kore-KR" sz="700" dirty="0"/>
              <a:t>10</a:t>
            </a:r>
            <a:endParaRPr kumimoji="1" lang="ko-Kore-KR" altLang="en-US" sz="700" dirty="0"/>
          </a:p>
        </p:txBody>
      </p: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E4D78B46-7377-2A4A-9635-4BC814E1C640}"/>
              </a:ext>
            </a:extLst>
          </p:cNvPr>
          <p:cNvCxnSpPr>
            <a:cxnSpLocks/>
          </p:cNvCxnSpPr>
          <p:nvPr/>
        </p:nvCxnSpPr>
        <p:spPr>
          <a:xfrm flipV="1">
            <a:off x="10342437" y="2918533"/>
            <a:ext cx="302558" cy="7339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타원 214">
            <a:extLst>
              <a:ext uri="{FF2B5EF4-FFF2-40B4-BE49-F238E27FC236}">
                <a16:creationId xmlns:a16="http://schemas.microsoft.com/office/drawing/2014/main" id="{512C8D48-FEB8-5411-7684-C30511A69226}"/>
              </a:ext>
            </a:extLst>
          </p:cNvPr>
          <p:cNvSpPr/>
          <p:nvPr/>
        </p:nvSpPr>
        <p:spPr>
          <a:xfrm>
            <a:off x="9392718" y="6016609"/>
            <a:ext cx="224518" cy="224518"/>
          </a:xfrm>
          <a:prstGeom prst="ellipse">
            <a:avLst/>
          </a:prstGeom>
          <a:gradFill flip="none" rotWithShape="1">
            <a:gsLst>
              <a:gs pos="0">
                <a:srgbClr val="C00000"/>
              </a:gs>
              <a:gs pos="16000">
                <a:srgbClr val="FF0000"/>
              </a:gs>
              <a:gs pos="100000">
                <a:srgbClr val="FF5C4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2" name="현 241">
            <a:extLst>
              <a:ext uri="{FF2B5EF4-FFF2-40B4-BE49-F238E27FC236}">
                <a16:creationId xmlns:a16="http://schemas.microsoft.com/office/drawing/2014/main" id="{39BA3D65-2F89-9F16-4420-B47B49BDBDDC}"/>
              </a:ext>
            </a:extLst>
          </p:cNvPr>
          <p:cNvSpPr/>
          <p:nvPr/>
        </p:nvSpPr>
        <p:spPr>
          <a:xfrm rot="17494114">
            <a:off x="571043" y="-82430"/>
            <a:ext cx="2389529" cy="2501253"/>
          </a:xfrm>
          <a:prstGeom prst="chord">
            <a:avLst>
              <a:gd name="adj1" fmla="val 2807435"/>
              <a:gd name="adj2" fmla="val 16200000"/>
            </a:avLst>
          </a:prstGeom>
          <a:gradFill flip="none" rotWithShape="1">
            <a:gsLst>
              <a:gs pos="100000">
                <a:schemeClr val="tx1">
                  <a:lumMod val="75000"/>
                  <a:lumOff val="25000"/>
                </a:schemeClr>
              </a:gs>
              <a:gs pos="35000">
                <a:schemeClr val="bg1">
                  <a:lumMod val="75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B8A3460D-6A06-C014-9A79-F43C7D3876B9}"/>
              </a:ext>
            </a:extLst>
          </p:cNvPr>
          <p:cNvGrpSpPr/>
          <p:nvPr/>
        </p:nvGrpSpPr>
        <p:grpSpPr>
          <a:xfrm>
            <a:off x="155575" y="624031"/>
            <a:ext cx="3240000" cy="746553"/>
            <a:chOff x="155575" y="624031"/>
            <a:chExt cx="3240000" cy="746553"/>
          </a:xfrm>
        </p:grpSpPr>
        <p:grpSp>
          <p:nvGrpSpPr>
            <p:cNvPr id="245" name="그룹 244">
              <a:extLst>
                <a:ext uri="{FF2B5EF4-FFF2-40B4-BE49-F238E27FC236}">
                  <a16:creationId xmlns:a16="http://schemas.microsoft.com/office/drawing/2014/main" id="{AFE913E6-419F-3E54-F2EE-D422A9CA31F5}"/>
                </a:ext>
              </a:extLst>
            </p:cNvPr>
            <p:cNvGrpSpPr/>
            <p:nvPr/>
          </p:nvGrpSpPr>
          <p:grpSpPr>
            <a:xfrm>
              <a:off x="155575" y="624031"/>
              <a:ext cx="3240000" cy="364798"/>
              <a:chOff x="155575" y="624031"/>
              <a:chExt cx="3240000" cy="364798"/>
            </a:xfrm>
          </p:grpSpPr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881D8880-AFF5-1195-CAC3-AC6E90ADC5BE}"/>
                  </a:ext>
                </a:extLst>
              </p:cNvPr>
              <p:cNvSpPr/>
              <p:nvPr/>
            </p:nvSpPr>
            <p:spPr>
              <a:xfrm>
                <a:off x="155575" y="624031"/>
                <a:ext cx="3240000" cy="26898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250" name="한쪽 모서리가 둥근 사각형 249">
                <a:extLst>
                  <a:ext uri="{FF2B5EF4-FFF2-40B4-BE49-F238E27FC236}">
                    <a16:creationId xmlns:a16="http://schemas.microsoft.com/office/drawing/2014/main" id="{063C0093-577E-768B-AF32-71D1BD6ED34E}"/>
                  </a:ext>
                </a:extLst>
              </p:cNvPr>
              <p:cNvSpPr/>
              <p:nvPr/>
            </p:nvSpPr>
            <p:spPr>
              <a:xfrm rot="5400000">
                <a:off x="590050" y="189558"/>
                <a:ext cx="364796" cy="1233746"/>
              </a:xfrm>
              <a:prstGeom prst="round1Rect">
                <a:avLst>
                  <a:gd name="adj" fmla="val 1083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grpSp>
            <p:nvGrpSpPr>
              <p:cNvPr id="251" name="그룹 250">
                <a:extLst>
                  <a:ext uri="{FF2B5EF4-FFF2-40B4-BE49-F238E27FC236}">
                    <a16:creationId xmlns:a16="http://schemas.microsoft.com/office/drawing/2014/main" id="{D5EEE0C9-CAED-28F8-CD73-7687435214AC}"/>
                  </a:ext>
                </a:extLst>
              </p:cNvPr>
              <p:cNvGrpSpPr/>
              <p:nvPr/>
            </p:nvGrpSpPr>
            <p:grpSpPr>
              <a:xfrm>
                <a:off x="210855" y="671852"/>
                <a:ext cx="269155" cy="269155"/>
                <a:chOff x="248404" y="685800"/>
                <a:chExt cx="269155" cy="269155"/>
              </a:xfrm>
            </p:grpSpPr>
            <p:sp>
              <p:nvSpPr>
                <p:cNvPr id="266" name="모서리가 둥근 직사각형 265">
                  <a:extLst>
                    <a:ext uri="{FF2B5EF4-FFF2-40B4-BE49-F238E27FC236}">
                      <a16:creationId xmlns:a16="http://schemas.microsoft.com/office/drawing/2014/main" id="{FD02BFA8-9420-6FCA-AFA5-C90E16544A9E}"/>
                    </a:ext>
                  </a:extLst>
                </p:cNvPr>
                <p:cNvSpPr/>
                <p:nvPr/>
              </p:nvSpPr>
              <p:spPr>
                <a:xfrm>
                  <a:off x="248404" y="685800"/>
                  <a:ext cx="269155" cy="269155"/>
                </a:xfrm>
                <a:prstGeom prst="roundRect">
                  <a:avLst>
                    <a:gd name="adj" fmla="val 8766"/>
                  </a:avLst>
                </a:prstGeom>
                <a:noFill/>
                <a:ln w="12700">
                  <a:solidFill>
                    <a:srgbClr val="00FD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  <p:sp>
              <p:nvSpPr>
                <p:cNvPr id="267" name="Freeform 2">
                  <a:extLst>
                    <a:ext uri="{FF2B5EF4-FFF2-40B4-BE49-F238E27FC236}">
                      <a16:creationId xmlns:a16="http://schemas.microsoft.com/office/drawing/2014/main" id="{28693FFB-DF19-860D-88A5-92670C5A9EB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76052" y="713448"/>
                  <a:ext cx="213859" cy="213858"/>
                </a:xfrm>
                <a:custGeom>
                  <a:avLst/>
                  <a:gdLst>
                    <a:gd name="T0" fmla="*/ 0 w 692"/>
                    <a:gd name="T1" fmla="*/ 81 h 692"/>
                    <a:gd name="T2" fmla="*/ 0 w 692"/>
                    <a:gd name="T3" fmla="*/ 618 h 692"/>
                    <a:gd name="T4" fmla="*/ 74 w 692"/>
                    <a:gd name="T5" fmla="*/ 691 h 692"/>
                    <a:gd name="T6" fmla="*/ 610 w 692"/>
                    <a:gd name="T7" fmla="*/ 691 h 692"/>
                    <a:gd name="T8" fmla="*/ 691 w 692"/>
                    <a:gd name="T9" fmla="*/ 618 h 692"/>
                    <a:gd name="T10" fmla="*/ 691 w 692"/>
                    <a:gd name="T11" fmla="*/ 81 h 692"/>
                    <a:gd name="T12" fmla="*/ 610 w 692"/>
                    <a:gd name="T13" fmla="*/ 0 h 692"/>
                    <a:gd name="T14" fmla="*/ 74 w 692"/>
                    <a:gd name="T15" fmla="*/ 0 h 692"/>
                    <a:gd name="T16" fmla="*/ 0 w 692"/>
                    <a:gd name="T17" fmla="*/ 81 h 692"/>
                    <a:gd name="T18" fmla="*/ 456 w 692"/>
                    <a:gd name="T19" fmla="*/ 228 h 692"/>
                    <a:gd name="T20" fmla="*/ 346 w 692"/>
                    <a:gd name="T21" fmla="*/ 345 h 692"/>
                    <a:gd name="T22" fmla="*/ 228 w 692"/>
                    <a:gd name="T23" fmla="*/ 228 h 692"/>
                    <a:gd name="T24" fmla="*/ 346 w 692"/>
                    <a:gd name="T25" fmla="*/ 117 h 692"/>
                    <a:gd name="T26" fmla="*/ 456 w 692"/>
                    <a:gd name="T27" fmla="*/ 228 h 692"/>
                    <a:gd name="T28" fmla="*/ 110 w 692"/>
                    <a:gd name="T29" fmla="*/ 537 h 692"/>
                    <a:gd name="T30" fmla="*/ 346 w 692"/>
                    <a:gd name="T31" fmla="*/ 419 h 692"/>
                    <a:gd name="T32" fmla="*/ 574 w 692"/>
                    <a:gd name="T33" fmla="*/ 537 h 692"/>
                    <a:gd name="T34" fmla="*/ 574 w 692"/>
                    <a:gd name="T35" fmla="*/ 581 h 692"/>
                    <a:gd name="T36" fmla="*/ 110 w 692"/>
                    <a:gd name="T37" fmla="*/ 581 h 692"/>
                    <a:gd name="T38" fmla="*/ 110 w 692"/>
                    <a:gd name="T39" fmla="*/ 537 h 6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92" h="692">
                      <a:moveTo>
                        <a:pt x="0" y="81"/>
                      </a:moveTo>
                      <a:lnTo>
                        <a:pt x="0" y="618"/>
                      </a:lnTo>
                      <a:cubicBezTo>
                        <a:pt x="0" y="662"/>
                        <a:pt x="29" y="691"/>
                        <a:pt x="74" y="691"/>
                      </a:cubicBezTo>
                      <a:lnTo>
                        <a:pt x="610" y="691"/>
                      </a:lnTo>
                      <a:cubicBezTo>
                        <a:pt x="655" y="691"/>
                        <a:pt x="691" y="662"/>
                        <a:pt x="691" y="618"/>
                      </a:cubicBezTo>
                      <a:lnTo>
                        <a:pt x="691" y="81"/>
                      </a:lnTo>
                      <a:cubicBezTo>
                        <a:pt x="691" y="37"/>
                        <a:pt x="655" y="0"/>
                        <a:pt x="610" y="0"/>
                      </a:cubicBezTo>
                      <a:lnTo>
                        <a:pt x="74" y="0"/>
                      </a:lnTo>
                      <a:cubicBezTo>
                        <a:pt x="29" y="0"/>
                        <a:pt x="0" y="37"/>
                        <a:pt x="0" y="81"/>
                      </a:cubicBezTo>
                      <a:close/>
                      <a:moveTo>
                        <a:pt x="456" y="228"/>
                      </a:moveTo>
                      <a:cubicBezTo>
                        <a:pt x="456" y="294"/>
                        <a:pt x="412" y="345"/>
                        <a:pt x="346" y="345"/>
                      </a:cubicBezTo>
                      <a:cubicBezTo>
                        <a:pt x="280" y="345"/>
                        <a:pt x="228" y="290"/>
                        <a:pt x="228" y="228"/>
                      </a:cubicBezTo>
                      <a:cubicBezTo>
                        <a:pt x="228" y="165"/>
                        <a:pt x="280" y="117"/>
                        <a:pt x="346" y="117"/>
                      </a:cubicBezTo>
                      <a:cubicBezTo>
                        <a:pt x="412" y="117"/>
                        <a:pt x="456" y="169"/>
                        <a:pt x="456" y="228"/>
                      </a:cubicBezTo>
                      <a:close/>
                      <a:moveTo>
                        <a:pt x="110" y="537"/>
                      </a:moveTo>
                      <a:cubicBezTo>
                        <a:pt x="110" y="463"/>
                        <a:pt x="268" y="419"/>
                        <a:pt x="346" y="419"/>
                      </a:cubicBezTo>
                      <a:cubicBezTo>
                        <a:pt x="423" y="419"/>
                        <a:pt x="574" y="463"/>
                        <a:pt x="574" y="537"/>
                      </a:cubicBezTo>
                      <a:lnTo>
                        <a:pt x="574" y="581"/>
                      </a:lnTo>
                      <a:lnTo>
                        <a:pt x="110" y="581"/>
                      </a:lnTo>
                      <a:lnTo>
                        <a:pt x="110" y="53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2" name="그룹 251">
                <a:extLst>
                  <a:ext uri="{FF2B5EF4-FFF2-40B4-BE49-F238E27FC236}">
                    <a16:creationId xmlns:a16="http://schemas.microsoft.com/office/drawing/2014/main" id="{C998B970-BF14-EA62-5F0B-9E9EF90A0911}"/>
                  </a:ext>
                </a:extLst>
              </p:cNvPr>
              <p:cNvGrpSpPr/>
              <p:nvPr/>
            </p:nvGrpSpPr>
            <p:grpSpPr>
              <a:xfrm>
                <a:off x="707871" y="844790"/>
                <a:ext cx="613997" cy="73575"/>
                <a:chOff x="632407" y="829193"/>
                <a:chExt cx="675397" cy="107722"/>
              </a:xfrm>
            </p:grpSpPr>
            <p:sp>
              <p:nvSpPr>
                <p:cNvPr id="264" name="모서리가 둥근 직사각형 263">
                  <a:extLst>
                    <a:ext uri="{FF2B5EF4-FFF2-40B4-BE49-F238E27FC236}">
                      <a16:creationId xmlns:a16="http://schemas.microsoft.com/office/drawing/2014/main" id="{E625F371-993F-7032-5D3F-13CAA68B6A38}"/>
                    </a:ext>
                  </a:extLst>
                </p:cNvPr>
                <p:cNvSpPr/>
                <p:nvPr/>
              </p:nvSpPr>
              <p:spPr>
                <a:xfrm>
                  <a:off x="632407" y="829193"/>
                  <a:ext cx="675397" cy="107722"/>
                </a:xfrm>
                <a:prstGeom prst="roundRect">
                  <a:avLst>
                    <a:gd name="adj" fmla="val 8766"/>
                  </a:avLst>
                </a:prstGeom>
                <a:solidFill>
                  <a:schemeClr val="bg1">
                    <a:lumMod val="75000"/>
                  </a:schemeClr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  <p:sp>
              <p:nvSpPr>
                <p:cNvPr id="265" name="모서리가 둥근 직사각형 264">
                  <a:extLst>
                    <a:ext uri="{FF2B5EF4-FFF2-40B4-BE49-F238E27FC236}">
                      <a16:creationId xmlns:a16="http://schemas.microsoft.com/office/drawing/2014/main" id="{E859A79A-6C67-AF85-8939-AF52DF950128}"/>
                    </a:ext>
                  </a:extLst>
                </p:cNvPr>
                <p:cNvSpPr/>
                <p:nvPr/>
              </p:nvSpPr>
              <p:spPr>
                <a:xfrm>
                  <a:off x="632407" y="829193"/>
                  <a:ext cx="266713" cy="107722"/>
                </a:xfrm>
                <a:prstGeom prst="roundRect">
                  <a:avLst>
                    <a:gd name="adj" fmla="val 8766"/>
                  </a:avLst>
                </a:prstGeom>
                <a:solidFill>
                  <a:srgbClr val="00FB92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</p:grp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D994E113-461A-6837-61DB-504994217231}"/>
                  </a:ext>
                </a:extLst>
              </p:cNvPr>
              <p:cNvSpPr txBox="1"/>
              <p:nvPr/>
            </p:nvSpPr>
            <p:spPr>
              <a:xfrm>
                <a:off x="531409" y="824172"/>
                <a:ext cx="102592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r>
                  <a:rPr kumimoji="1" lang="en-US" altLang="ko-Kore-KR" sz="700" b="1" dirty="0">
                    <a:solidFill>
                      <a:schemeClr val="bg1"/>
                    </a:solidFill>
                  </a:rPr>
                  <a:t>12</a:t>
                </a:r>
                <a:endParaRPr kumimoji="1" lang="ko-Kore-KR" altLang="en-US" sz="7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모서리가 둥근 직사각형 253">
                <a:extLst>
                  <a:ext uri="{FF2B5EF4-FFF2-40B4-BE49-F238E27FC236}">
                    <a16:creationId xmlns:a16="http://schemas.microsoft.com/office/drawing/2014/main" id="{189A67B1-BDC5-EFA9-A56E-6A4EC4BB1C3D}"/>
                  </a:ext>
                </a:extLst>
              </p:cNvPr>
              <p:cNvSpPr/>
              <p:nvPr/>
            </p:nvSpPr>
            <p:spPr>
              <a:xfrm>
                <a:off x="531409" y="668662"/>
                <a:ext cx="790459" cy="131361"/>
              </a:xfrm>
              <a:prstGeom prst="roundRect">
                <a:avLst>
                  <a:gd name="adj" fmla="val 8766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7E3275C0-051C-B19A-E599-3C805AA98DDF}"/>
                  </a:ext>
                </a:extLst>
              </p:cNvPr>
              <p:cNvSpPr txBox="1"/>
              <p:nvPr/>
            </p:nvSpPr>
            <p:spPr>
              <a:xfrm>
                <a:off x="564425" y="680481"/>
                <a:ext cx="45044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r>
                  <a:rPr kumimoji="1" lang="en-US" altLang="ko-Kore-KR" sz="700" b="1" dirty="0">
                    <a:solidFill>
                      <a:srgbClr val="FFFF00"/>
                    </a:solidFill>
                  </a:rPr>
                  <a:t>Gesut4565</a:t>
                </a:r>
                <a:endParaRPr kumimoji="1" lang="ko-Kore-KR" altLang="en-US" sz="7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56" name="모서리가 둥근 직사각형 255">
                <a:extLst>
                  <a:ext uri="{FF2B5EF4-FFF2-40B4-BE49-F238E27FC236}">
                    <a16:creationId xmlns:a16="http://schemas.microsoft.com/office/drawing/2014/main" id="{4192F953-69F9-2C28-9A10-ABC78C9FE15B}"/>
                  </a:ext>
                </a:extLst>
              </p:cNvPr>
              <p:cNvSpPr/>
              <p:nvPr/>
            </p:nvSpPr>
            <p:spPr>
              <a:xfrm>
                <a:off x="1507958" y="667617"/>
                <a:ext cx="831456" cy="131361"/>
              </a:xfrm>
              <a:prstGeom prst="roundRect">
                <a:avLst>
                  <a:gd name="adj" fmla="val 8766"/>
                </a:avLst>
              </a:prstGeom>
              <a:solidFill>
                <a:schemeClr val="tx1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257" name="모서리가 둥근 직사각형 256">
                <a:extLst>
                  <a:ext uri="{FF2B5EF4-FFF2-40B4-BE49-F238E27FC236}">
                    <a16:creationId xmlns:a16="http://schemas.microsoft.com/office/drawing/2014/main" id="{CD0E579B-CC06-A55D-1AFA-1E9F240B42D4}"/>
                  </a:ext>
                </a:extLst>
              </p:cNvPr>
              <p:cNvSpPr/>
              <p:nvPr/>
            </p:nvSpPr>
            <p:spPr>
              <a:xfrm>
                <a:off x="2451634" y="667617"/>
                <a:ext cx="873003" cy="131361"/>
              </a:xfrm>
              <a:prstGeom prst="roundRect">
                <a:avLst>
                  <a:gd name="adj" fmla="val 8766"/>
                </a:avLst>
              </a:prstGeom>
              <a:solidFill>
                <a:schemeClr val="tx1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258" name="타원 257">
                <a:extLst>
                  <a:ext uri="{FF2B5EF4-FFF2-40B4-BE49-F238E27FC236}">
                    <a16:creationId xmlns:a16="http://schemas.microsoft.com/office/drawing/2014/main" id="{B08C2B14-8F94-2B04-01F2-0EF7C87CB113}"/>
                  </a:ext>
                </a:extLst>
              </p:cNvPr>
              <p:cNvSpPr/>
              <p:nvPr/>
            </p:nvSpPr>
            <p:spPr>
              <a:xfrm>
                <a:off x="1427220" y="661110"/>
                <a:ext cx="183681" cy="183681"/>
              </a:xfrm>
              <a:prstGeom prst="ellipse">
                <a:avLst/>
              </a:prstGeom>
              <a:solidFill>
                <a:schemeClr val="accent4"/>
              </a:solidFill>
              <a:ln w="31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ore-KR" sz="900" b="1" dirty="0"/>
                  <a:t>G</a:t>
                </a:r>
                <a:endParaRPr kumimoji="1" lang="ko-Kore-KR" altLang="en-US" sz="900" b="1" dirty="0"/>
              </a:p>
            </p:txBody>
          </p:sp>
          <p:sp>
            <p:nvSpPr>
              <p:cNvPr id="259" name="타원 258">
                <a:extLst>
                  <a:ext uri="{FF2B5EF4-FFF2-40B4-BE49-F238E27FC236}">
                    <a16:creationId xmlns:a16="http://schemas.microsoft.com/office/drawing/2014/main" id="{02ABB6DF-60B8-1937-ED25-39A798F672EC}"/>
                  </a:ext>
                </a:extLst>
              </p:cNvPr>
              <p:cNvSpPr/>
              <p:nvPr/>
            </p:nvSpPr>
            <p:spPr>
              <a:xfrm>
                <a:off x="2400815" y="661109"/>
                <a:ext cx="183681" cy="183681"/>
              </a:xfrm>
              <a:prstGeom prst="ellipse">
                <a:avLst/>
              </a:prstGeom>
              <a:solidFill>
                <a:srgbClr val="00B0F0"/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ore-KR" sz="900" b="1" dirty="0"/>
                  <a:t>D</a:t>
                </a:r>
                <a:endParaRPr kumimoji="1" lang="ko-Kore-KR" altLang="en-US" sz="900" b="1" dirty="0"/>
              </a:p>
            </p:txBody>
          </p:sp>
          <p:sp>
            <p:nvSpPr>
              <p:cNvPr id="260" name="십자형[C] 259">
                <a:extLst>
                  <a:ext uri="{FF2B5EF4-FFF2-40B4-BE49-F238E27FC236}">
                    <a16:creationId xmlns:a16="http://schemas.microsoft.com/office/drawing/2014/main" id="{74B00505-3569-717E-6224-0FA50CEDEC56}"/>
                  </a:ext>
                </a:extLst>
              </p:cNvPr>
              <p:cNvSpPr/>
              <p:nvPr/>
            </p:nvSpPr>
            <p:spPr>
              <a:xfrm>
                <a:off x="1526991" y="752415"/>
                <a:ext cx="102549" cy="102549"/>
              </a:xfrm>
              <a:prstGeom prst="plus">
                <a:avLst>
                  <a:gd name="adj" fmla="val 34329"/>
                </a:avLst>
              </a:prstGeom>
              <a:solidFill>
                <a:srgbClr val="00FA00"/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txBody>
              <a:bodyPr wrap="none" anchor="ctr"/>
              <a:lstStyle/>
              <a:p>
                <a:endParaRPr lang="ko-Kore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십자형[C] 260">
                <a:extLst>
                  <a:ext uri="{FF2B5EF4-FFF2-40B4-BE49-F238E27FC236}">
                    <a16:creationId xmlns:a16="http://schemas.microsoft.com/office/drawing/2014/main" id="{D4DDFF3D-2394-CD6A-2607-F4D823A65D85}"/>
                  </a:ext>
                </a:extLst>
              </p:cNvPr>
              <p:cNvSpPr/>
              <p:nvPr/>
            </p:nvSpPr>
            <p:spPr>
              <a:xfrm>
                <a:off x="2492655" y="757034"/>
                <a:ext cx="102549" cy="102549"/>
              </a:xfrm>
              <a:prstGeom prst="plus">
                <a:avLst>
                  <a:gd name="adj" fmla="val 34329"/>
                </a:avLst>
              </a:prstGeom>
              <a:solidFill>
                <a:srgbClr val="00FA00"/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txBody>
              <a:bodyPr wrap="none" anchor="ctr"/>
              <a:lstStyle/>
              <a:p>
                <a:endParaRPr lang="ko-Kore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E0E0BCA6-3A5C-F20E-F955-1880A2933867}"/>
                  </a:ext>
                </a:extLst>
              </p:cNvPr>
              <p:cNvSpPr txBox="1"/>
              <p:nvPr/>
            </p:nvSpPr>
            <p:spPr>
              <a:xfrm>
                <a:off x="2214200" y="679436"/>
                <a:ext cx="5129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r"/>
                <a:r>
                  <a:rPr kumimoji="1" lang="en-US" altLang="ko-Kore-KR" sz="700" b="1" dirty="0">
                    <a:solidFill>
                      <a:srgbClr val="FFFF00"/>
                    </a:solidFill>
                  </a:rPr>
                  <a:t>0</a:t>
                </a:r>
                <a:endParaRPr kumimoji="1" lang="ko-Kore-KR" altLang="en-US" sz="7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BDBB647A-B035-14A3-6415-D3D8DB1BDF66}"/>
                  </a:ext>
                </a:extLst>
              </p:cNvPr>
              <p:cNvSpPr txBox="1"/>
              <p:nvPr/>
            </p:nvSpPr>
            <p:spPr>
              <a:xfrm>
                <a:off x="3227025" y="679436"/>
                <a:ext cx="5129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r"/>
                <a:r>
                  <a:rPr kumimoji="1" lang="en-US" altLang="ko-Kore-KR" sz="700" b="1" dirty="0">
                    <a:solidFill>
                      <a:srgbClr val="FFFF00"/>
                    </a:solidFill>
                  </a:rPr>
                  <a:t>0</a:t>
                </a:r>
                <a:endParaRPr kumimoji="1" lang="ko-Kore-KR" altLang="en-US" sz="700" b="1" dirty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9E127731-DC9A-2C60-15EE-0FF3D23260AF}"/>
                </a:ext>
              </a:extLst>
            </p:cNvPr>
            <p:cNvGrpSpPr/>
            <p:nvPr/>
          </p:nvGrpSpPr>
          <p:grpSpPr>
            <a:xfrm>
              <a:off x="210855" y="1050030"/>
              <a:ext cx="320554" cy="320554"/>
              <a:chOff x="210855" y="1050030"/>
              <a:chExt cx="269155" cy="269155"/>
            </a:xfrm>
          </p:grpSpPr>
          <p:sp>
            <p:nvSpPr>
              <p:cNvPr id="247" name="모서리가 둥근 직사각형 246">
                <a:extLst>
                  <a:ext uri="{FF2B5EF4-FFF2-40B4-BE49-F238E27FC236}">
                    <a16:creationId xmlns:a16="http://schemas.microsoft.com/office/drawing/2014/main" id="{DD479856-079E-1231-633A-AFC03B4508F2}"/>
                  </a:ext>
                </a:extLst>
              </p:cNvPr>
              <p:cNvSpPr/>
              <p:nvPr/>
            </p:nvSpPr>
            <p:spPr>
              <a:xfrm>
                <a:off x="210855" y="1050030"/>
                <a:ext cx="269155" cy="269155"/>
              </a:xfrm>
              <a:prstGeom prst="roundRect">
                <a:avLst>
                  <a:gd name="adj" fmla="val 8766"/>
                </a:avLst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248" name="Freeform 24">
                <a:extLst>
                  <a:ext uri="{FF2B5EF4-FFF2-40B4-BE49-F238E27FC236}">
                    <a16:creationId xmlns:a16="http://schemas.microsoft.com/office/drawing/2014/main" id="{AA7056B4-C7A4-0F6F-BB5F-AE5F7B9B0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432" y="1126315"/>
                <a:ext cx="144000" cy="116584"/>
              </a:xfrm>
              <a:custGeom>
                <a:avLst/>
                <a:gdLst>
                  <a:gd name="T0" fmla="*/ 0 w 461"/>
                  <a:gd name="T1" fmla="*/ 303 h 304"/>
                  <a:gd name="T2" fmla="*/ 460 w 461"/>
                  <a:gd name="T3" fmla="*/ 303 h 304"/>
                  <a:gd name="T4" fmla="*/ 460 w 461"/>
                  <a:gd name="T5" fmla="*/ 254 h 304"/>
                  <a:gd name="T6" fmla="*/ 0 w 461"/>
                  <a:gd name="T7" fmla="*/ 254 h 304"/>
                  <a:gd name="T8" fmla="*/ 0 w 461"/>
                  <a:gd name="T9" fmla="*/ 303 h 304"/>
                  <a:gd name="T10" fmla="*/ 0 w 461"/>
                  <a:gd name="T11" fmla="*/ 176 h 304"/>
                  <a:gd name="T12" fmla="*/ 460 w 461"/>
                  <a:gd name="T13" fmla="*/ 176 h 304"/>
                  <a:gd name="T14" fmla="*/ 460 w 461"/>
                  <a:gd name="T15" fmla="*/ 127 h 304"/>
                  <a:gd name="T16" fmla="*/ 0 w 461"/>
                  <a:gd name="T17" fmla="*/ 127 h 304"/>
                  <a:gd name="T18" fmla="*/ 0 w 461"/>
                  <a:gd name="T19" fmla="*/ 176 h 304"/>
                  <a:gd name="T20" fmla="*/ 0 w 461"/>
                  <a:gd name="T21" fmla="*/ 0 h 304"/>
                  <a:gd name="T22" fmla="*/ 0 w 461"/>
                  <a:gd name="T23" fmla="*/ 49 h 304"/>
                  <a:gd name="T24" fmla="*/ 460 w 461"/>
                  <a:gd name="T25" fmla="*/ 49 h 304"/>
                  <a:gd name="T26" fmla="*/ 460 w 461"/>
                  <a:gd name="T27" fmla="*/ 0 h 304"/>
                  <a:gd name="T28" fmla="*/ 0 w 461"/>
                  <a:gd name="T29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61" h="304">
                    <a:moveTo>
                      <a:pt x="0" y="303"/>
                    </a:moveTo>
                    <a:lnTo>
                      <a:pt x="460" y="303"/>
                    </a:lnTo>
                    <a:lnTo>
                      <a:pt x="460" y="254"/>
                    </a:lnTo>
                    <a:lnTo>
                      <a:pt x="0" y="254"/>
                    </a:lnTo>
                    <a:lnTo>
                      <a:pt x="0" y="303"/>
                    </a:lnTo>
                    <a:close/>
                    <a:moveTo>
                      <a:pt x="0" y="176"/>
                    </a:moveTo>
                    <a:lnTo>
                      <a:pt x="460" y="176"/>
                    </a:lnTo>
                    <a:lnTo>
                      <a:pt x="460" y="127"/>
                    </a:lnTo>
                    <a:lnTo>
                      <a:pt x="0" y="127"/>
                    </a:lnTo>
                    <a:lnTo>
                      <a:pt x="0" y="176"/>
                    </a:lnTo>
                    <a:close/>
                    <a:moveTo>
                      <a:pt x="0" y="0"/>
                    </a:moveTo>
                    <a:lnTo>
                      <a:pt x="0" y="49"/>
                    </a:lnTo>
                    <a:lnTo>
                      <a:pt x="460" y="49"/>
                    </a:lnTo>
                    <a:lnTo>
                      <a:pt x="4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69" name="타원 268">
            <a:extLst>
              <a:ext uri="{FF2B5EF4-FFF2-40B4-BE49-F238E27FC236}">
                <a16:creationId xmlns:a16="http://schemas.microsoft.com/office/drawing/2014/main" id="{B22CBA89-FE6F-5DDE-E26F-745B3DD1941B}"/>
              </a:ext>
            </a:extLst>
          </p:cNvPr>
          <p:cNvSpPr/>
          <p:nvPr/>
        </p:nvSpPr>
        <p:spPr>
          <a:xfrm>
            <a:off x="1696969" y="1098664"/>
            <a:ext cx="157213" cy="1572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271" name="직선 연결선[R] 270">
            <a:extLst>
              <a:ext uri="{FF2B5EF4-FFF2-40B4-BE49-F238E27FC236}">
                <a16:creationId xmlns:a16="http://schemas.microsoft.com/office/drawing/2014/main" id="{BEFF23B7-11CD-48E5-3562-FD8347420902}"/>
              </a:ext>
            </a:extLst>
          </p:cNvPr>
          <p:cNvCxnSpPr>
            <a:cxnSpLocks/>
            <a:endCxn id="269" idx="3"/>
          </p:cNvCxnSpPr>
          <p:nvPr/>
        </p:nvCxnSpPr>
        <p:spPr>
          <a:xfrm flipV="1">
            <a:off x="156612" y="1232854"/>
            <a:ext cx="1563380" cy="4589302"/>
          </a:xfrm>
          <a:prstGeom prst="line">
            <a:avLst/>
          </a:prstGeom>
          <a:ln w="3175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[R] 271">
            <a:extLst>
              <a:ext uri="{FF2B5EF4-FFF2-40B4-BE49-F238E27FC236}">
                <a16:creationId xmlns:a16="http://schemas.microsoft.com/office/drawing/2014/main" id="{3D3036CC-1FF8-13AD-E2D0-BD72AD04E73F}"/>
              </a:ext>
            </a:extLst>
          </p:cNvPr>
          <p:cNvCxnSpPr>
            <a:cxnSpLocks/>
            <a:endCxn id="269" idx="5"/>
          </p:cNvCxnSpPr>
          <p:nvPr/>
        </p:nvCxnSpPr>
        <p:spPr>
          <a:xfrm flipH="1" flipV="1">
            <a:off x="1831159" y="1232854"/>
            <a:ext cx="1569933" cy="4589302"/>
          </a:xfrm>
          <a:prstGeom prst="line">
            <a:avLst/>
          </a:prstGeom>
          <a:ln w="3175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[R] 274">
            <a:extLst>
              <a:ext uri="{FF2B5EF4-FFF2-40B4-BE49-F238E27FC236}">
                <a16:creationId xmlns:a16="http://schemas.microsoft.com/office/drawing/2014/main" id="{AF52DCC0-CF01-57EE-2FFF-2961AFF92786}"/>
              </a:ext>
            </a:extLst>
          </p:cNvPr>
          <p:cNvCxnSpPr>
            <a:cxnSpLocks/>
            <a:endCxn id="269" idx="7"/>
          </p:cNvCxnSpPr>
          <p:nvPr/>
        </p:nvCxnSpPr>
        <p:spPr>
          <a:xfrm flipH="1">
            <a:off x="1831159" y="634060"/>
            <a:ext cx="1571343" cy="487627"/>
          </a:xfrm>
          <a:prstGeom prst="line">
            <a:avLst/>
          </a:prstGeom>
          <a:ln w="3175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[R] 277">
            <a:extLst>
              <a:ext uri="{FF2B5EF4-FFF2-40B4-BE49-F238E27FC236}">
                <a16:creationId xmlns:a16="http://schemas.microsoft.com/office/drawing/2014/main" id="{38491758-3DAC-9538-81E2-53809E822C57}"/>
              </a:ext>
            </a:extLst>
          </p:cNvPr>
          <p:cNvCxnSpPr>
            <a:cxnSpLocks/>
            <a:endCxn id="269" idx="1"/>
          </p:cNvCxnSpPr>
          <p:nvPr/>
        </p:nvCxnSpPr>
        <p:spPr>
          <a:xfrm>
            <a:off x="155575" y="627036"/>
            <a:ext cx="1564417" cy="494651"/>
          </a:xfrm>
          <a:prstGeom prst="line">
            <a:avLst/>
          </a:prstGeom>
          <a:ln w="3175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타원 310">
            <a:extLst>
              <a:ext uri="{FF2B5EF4-FFF2-40B4-BE49-F238E27FC236}">
                <a16:creationId xmlns:a16="http://schemas.microsoft.com/office/drawing/2014/main" id="{134730F7-4255-92FC-48E4-DA65F78F8976}"/>
              </a:ext>
            </a:extLst>
          </p:cNvPr>
          <p:cNvSpPr/>
          <p:nvPr/>
        </p:nvSpPr>
        <p:spPr>
          <a:xfrm>
            <a:off x="12221297" y="6189781"/>
            <a:ext cx="185552" cy="185552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75000"/>
                  <a:lumOff val="25000"/>
                </a:schemeClr>
              </a:gs>
              <a:gs pos="50000">
                <a:schemeClr val="bg1">
                  <a:lumMod val="75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3565AED1-00BC-9510-9731-2DAA533D2CD0}"/>
              </a:ext>
            </a:extLst>
          </p:cNvPr>
          <p:cNvGrpSpPr/>
          <p:nvPr/>
        </p:nvGrpSpPr>
        <p:grpSpPr>
          <a:xfrm>
            <a:off x="1350224" y="1635971"/>
            <a:ext cx="422041" cy="155639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328" name="현 327">
              <a:extLst>
                <a:ext uri="{FF2B5EF4-FFF2-40B4-BE49-F238E27FC236}">
                  <a16:creationId xmlns:a16="http://schemas.microsoft.com/office/drawing/2014/main" id="{5CD0A6B7-3F44-26E2-97CF-577144204E3E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29" name="타원 328">
              <a:extLst>
                <a:ext uri="{FF2B5EF4-FFF2-40B4-BE49-F238E27FC236}">
                  <a16:creationId xmlns:a16="http://schemas.microsoft.com/office/drawing/2014/main" id="{96F58008-E994-950E-6AC2-A85DFEA74558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30" name="자유형 329">
              <a:extLst>
                <a:ext uri="{FF2B5EF4-FFF2-40B4-BE49-F238E27FC236}">
                  <a16:creationId xmlns:a16="http://schemas.microsoft.com/office/drawing/2014/main" id="{2BEF4FFB-48FF-77AD-042D-36D3E1F87242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31" name="현 330">
              <a:extLst>
                <a:ext uri="{FF2B5EF4-FFF2-40B4-BE49-F238E27FC236}">
                  <a16:creationId xmlns:a16="http://schemas.microsoft.com/office/drawing/2014/main" id="{FC63D26D-0450-9E65-18F7-CDB1CFC22F9A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332" name="그룹 331">
            <a:extLst>
              <a:ext uri="{FF2B5EF4-FFF2-40B4-BE49-F238E27FC236}">
                <a16:creationId xmlns:a16="http://schemas.microsoft.com/office/drawing/2014/main" id="{A7332BB6-2564-15AE-93E6-815C923C8D56}"/>
              </a:ext>
            </a:extLst>
          </p:cNvPr>
          <p:cNvGrpSpPr/>
          <p:nvPr/>
        </p:nvGrpSpPr>
        <p:grpSpPr>
          <a:xfrm>
            <a:off x="1823461" y="1560438"/>
            <a:ext cx="317086" cy="116934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333" name="현 332">
              <a:extLst>
                <a:ext uri="{FF2B5EF4-FFF2-40B4-BE49-F238E27FC236}">
                  <a16:creationId xmlns:a16="http://schemas.microsoft.com/office/drawing/2014/main" id="{AA99A8AE-2BCC-F4EE-DE71-F7E259CA7964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34" name="타원 333">
              <a:extLst>
                <a:ext uri="{FF2B5EF4-FFF2-40B4-BE49-F238E27FC236}">
                  <a16:creationId xmlns:a16="http://schemas.microsoft.com/office/drawing/2014/main" id="{268CC52E-78D3-F37D-AC4C-B0159083715C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35" name="자유형 334">
              <a:extLst>
                <a:ext uri="{FF2B5EF4-FFF2-40B4-BE49-F238E27FC236}">
                  <a16:creationId xmlns:a16="http://schemas.microsoft.com/office/drawing/2014/main" id="{926575E5-0963-585E-B2E4-E4A2CAF8AA97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36" name="현 335">
              <a:extLst>
                <a:ext uri="{FF2B5EF4-FFF2-40B4-BE49-F238E27FC236}">
                  <a16:creationId xmlns:a16="http://schemas.microsoft.com/office/drawing/2014/main" id="{A07D55BF-BF37-2E28-5171-2DE3B4F3070E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40522E8B-0A40-A33A-6879-9E84F528583E}"/>
              </a:ext>
            </a:extLst>
          </p:cNvPr>
          <p:cNvGrpSpPr/>
          <p:nvPr/>
        </p:nvGrpSpPr>
        <p:grpSpPr>
          <a:xfrm>
            <a:off x="1239963" y="1268064"/>
            <a:ext cx="262055" cy="96640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338" name="현 337">
              <a:extLst>
                <a:ext uri="{FF2B5EF4-FFF2-40B4-BE49-F238E27FC236}">
                  <a16:creationId xmlns:a16="http://schemas.microsoft.com/office/drawing/2014/main" id="{A7C27FFF-AF93-34EB-87EE-6D71E6043BE0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39" name="타원 338">
              <a:extLst>
                <a:ext uri="{FF2B5EF4-FFF2-40B4-BE49-F238E27FC236}">
                  <a16:creationId xmlns:a16="http://schemas.microsoft.com/office/drawing/2014/main" id="{3A80BC17-961B-99A1-55C5-5BAC1F9B3CDA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40" name="자유형 339">
              <a:extLst>
                <a:ext uri="{FF2B5EF4-FFF2-40B4-BE49-F238E27FC236}">
                  <a16:creationId xmlns:a16="http://schemas.microsoft.com/office/drawing/2014/main" id="{DD4FBC82-AB66-5679-1C5B-3297BCBA6FBA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41" name="현 340">
              <a:extLst>
                <a:ext uri="{FF2B5EF4-FFF2-40B4-BE49-F238E27FC236}">
                  <a16:creationId xmlns:a16="http://schemas.microsoft.com/office/drawing/2014/main" id="{9039651C-6586-CA9D-3A8D-2663823FF3D7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cxnSp>
        <p:nvCxnSpPr>
          <p:cNvPr id="297" name="직선 연결선[R] 296">
            <a:extLst>
              <a:ext uri="{FF2B5EF4-FFF2-40B4-BE49-F238E27FC236}">
                <a16:creationId xmlns:a16="http://schemas.microsoft.com/office/drawing/2014/main" id="{2B729DD7-0B7A-ADCB-DE0B-4E89F72CFBEE}"/>
              </a:ext>
            </a:extLst>
          </p:cNvPr>
          <p:cNvCxnSpPr>
            <a:cxnSpLocks/>
            <a:stCxn id="328" idx="2"/>
            <a:endCxn id="212" idx="0"/>
          </p:cNvCxnSpPr>
          <p:nvPr/>
        </p:nvCxnSpPr>
        <p:spPr>
          <a:xfrm flipH="1">
            <a:off x="1237040" y="1724457"/>
            <a:ext cx="321671" cy="1255102"/>
          </a:xfrm>
          <a:prstGeom prst="line">
            <a:avLst/>
          </a:prstGeom>
          <a:ln w="34925">
            <a:solidFill>
              <a:srgbClr val="00FDFF">
                <a:alpha val="79632"/>
              </a:srgbClr>
            </a:solidFill>
            <a:tailEnd type="none" w="sm" len="sm"/>
          </a:ln>
          <a:effectLst>
            <a:outerShdw blurRad="63500" sx="108000" sy="108000" algn="ctr" rotWithShape="0">
              <a:srgbClr val="00FDFF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직선 연결선[R] 299">
            <a:extLst>
              <a:ext uri="{FF2B5EF4-FFF2-40B4-BE49-F238E27FC236}">
                <a16:creationId xmlns:a16="http://schemas.microsoft.com/office/drawing/2014/main" id="{DB41D879-3497-60BB-3699-9CFF8A6DE00B}"/>
              </a:ext>
            </a:extLst>
          </p:cNvPr>
          <p:cNvCxnSpPr>
            <a:cxnSpLocks/>
            <a:stCxn id="333" idx="2"/>
            <a:endCxn id="213" idx="0"/>
          </p:cNvCxnSpPr>
          <p:nvPr/>
        </p:nvCxnSpPr>
        <p:spPr>
          <a:xfrm>
            <a:off x="1980101" y="1626919"/>
            <a:ext cx="494501" cy="1381177"/>
          </a:xfrm>
          <a:prstGeom prst="line">
            <a:avLst/>
          </a:prstGeom>
          <a:ln w="34925">
            <a:solidFill>
              <a:srgbClr val="FFFF00">
                <a:alpha val="80000"/>
              </a:srgbClr>
            </a:solidFill>
            <a:prstDash val="dash"/>
            <a:tailEnd type="none" w="sm" len="sm"/>
          </a:ln>
          <a:effectLst>
            <a:outerShdw blurRad="63500" sx="108000" sy="108000" algn="ctr" rotWithShape="0">
              <a:srgbClr val="00FDFF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AB61D4F-6163-44DD-1B3E-2E759A9D0038}"/>
              </a:ext>
            </a:extLst>
          </p:cNvPr>
          <p:cNvGrpSpPr/>
          <p:nvPr/>
        </p:nvGrpSpPr>
        <p:grpSpPr>
          <a:xfrm>
            <a:off x="565981" y="2748701"/>
            <a:ext cx="2464225" cy="1880918"/>
            <a:chOff x="537406" y="2379494"/>
            <a:chExt cx="2464225" cy="1880918"/>
          </a:xfrm>
        </p:grpSpPr>
        <p:sp>
          <p:nvSpPr>
            <p:cNvPr id="344" name="Freeform 1">
              <a:extLst>
                <a:ext uri="{FF2B5EF4-FFF2-40B4-BE49-F238E27FC236}">
                  <a16:creationId xmlns:a16="http://schemas.microsoft.com/office/drawing/2014/main" id="{CA54C8E0-0856-427C-2971-02492614D8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3846" y="237949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C85582B4-F4A1-29DC-25D5-841ADA07F733}"/>
                </a:ext>
              </a:extLst>
            </p:cNvPr>
            <p:cNvSpPr/>
            <p:nvPr/>
          </p:nvSpPr>
          <p:spPr>
            <a:xfrm>
              <a:off x="1104407" y="2934268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B2100071-0AEF-E8F0-C943-BC8DA2971E21}"/>
                </a:ext>
              </a:extLst>
            </p:cNvPr>
            <p:cNvSpPr/>
            <p:nvPr/>
          </p:nvSpPr>
          <p:spPr>
            <a:xfrm>
              <a:off x="1618612" y="3202057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84" name="타원 183">
              <a:extLst>
                <a:ext uri="{FF2B5EF4-FFF2-40B4-BE49-F238E27FC236}">
                  <a16:creationId xmlns:a16="http://schemas.microsoft.com/office/drawing/2014/main" id="{E22B16F9-E44F-E5DB-CAE9-003D6DB7C882}"/>
                </a:ext>
              </a:extLst>
            </p:cNvPr>
            <p:cNvSpPr/>
            <p:nvPr/>
          </p:nvSpPr>
          <p:spPr>
            <a:xfrm>
              <a:off x="537406" y="2620375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0" name="타원 209">
              <a:extLst>
                <a:ext uri="{FF2B5EF4-FFF2-40B4-BE49-F238E27FC236}">
                  <a16:creationId xmlns:a16="http://schemas.microsoft.com/office/drawing/2014/main" id="{8F281777-7645-DABA-3FC9-41350A52C26B}"/>
                </a:ext>
              </a:extLst>
            </p:cNvPr>
            <p:cNvSpPr/>
            <p:nvPr/>
          </p:nvSpPr>
          <p:spPr>
            <a:xfrm>
              <a:off x="1758062" y="4035894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37F77E61-0BB5-0F93-B92E-3791EC56C257}"/>
                </a:ext>
              </a:extLst>
            </p:cNvPr>
            <p:cNvSpPr/>
            <p:nvPr/>
          </p:nvSpPr>
          <p:spPr>
            <a:xfrm>
              <a:off x="652037" y="3667569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6F651A31-C898-2D38-ADDA-AE404733B8DA}"/>
                </a:ext>
              </a:extLst>
            </p:cNvPr>
            <p:cNvSpPr/>
            <p:nvPr/>
          </p:nvSpPr>
          <p:spPr>
            <a:xfrm>
              <a:off x="1096206" y="261035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0FB4D7E5-CEE4-61BD-DFC4-1DDE75AF092F}"/>
                </a:ext>
              </a:extLst>
            </p:cNvPr>
            <p:cNvSpPr/>
            <p:nvPr/>
          </p:nvSpPr>
          <p:spPr>
            <a:xfrm>
              <a:off x="2333768" y="2638889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99AF706F-CC5E-092D-8335-8071F0ED2319}"/>
                </a:ext>
              </a:extLst>
            </p:cNvPr>
            <p:cNvSpPr/>
            <p:nvPr/>
          </p:nvSpPr>
          <p:spPr>
            <a:xfrm>
              <a:off x="2763600" y="3570424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CD96CA1F-14C4-E415-13EB-304630ADEF4F}"/>
                </a:ext>
              </a:extLst>
            </p:cNvPr>
            <p:cNvSpPr/>
            <p:nvPr/>
          </p:nvSpPr>
          <p:spPr>
            <a:xfrm>
              <a:off x="1425232" y="3611117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42" name="Freeform 1">
              <a:extLst>
                <a:ext uri="{FF2B5EF4-FFF2-40B4-BE49-F238E27FC236}">
                  <a16:creationId xmlns:a16="http://schemas.microsoft.com/office/drawing/2014/main" id="{C24424EC-FB27-C09B-E49B-CC1D97CA55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28966" y="296874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43" name="Freeform 1">
              <a:extLst>
                <a:ext uri="{FF2B5EF4-FFF2-40B4-BE49-F238E27FC236}">
                  <a16:creationId xmlns:a16="http://schemas.microsoft.com/office/drawing/2014/main" id="{7C954B40-A6C1-6E71-82F2-0B21583E08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96619" y="338097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45" name="Freeform 1">
              <a:extLst>
                <a:ext uri="{FF2B5EF4-FFF2-40B4-BE49-F238E27FC236}">
                  <a16:creationId xmlns:a16="http://schemas.microsoft.com/office/drawing/2014/main" id="{55508AD7-1441-F648-1812-5A47B0A2CD1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33768" y="2417260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46" name="Freeform 1">
              <a:extLst>
                <a:ext uri="{FF2B5EF4-FFF2-40B4-BE49-F238E27FC236}">
                  <a16:creationId xmlns:a16="http://schemas.microsoft.com/office/drawing/2014/main" id="{A575EDB9-8B52-9672-CA99-4E0A9EF029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52393" y="3341638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47" name="Freeform 1">
              <a:extLst>
                <a:ext uri="{FF2B5EF4-FFF2-40B4-BE49-F238E27FC236}">
                  <a16:creationId xmlns:a16="http://schemas.microsoft.com/office/drawing/2014/main" id="{1BE54B2D-A35F-8F5A-45FB-9310AF99FE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41393" y="3823182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48" name="Freeform 1">
              <a:extLst>
                <a:ext uri="{FF2B5EF4-FFF2-40B4-BE49-F238E27FC236}">
                  <a16:creationId xmlns:a16="http://schemas.microsoft.com/office/drawing/2014/main" id="{901D2690-374D-009E-F613-BF571472B8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47111" y="344093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sp>
        <p:nvSpPr>
          <p:cNvPr id="349" name="직사각형 348">
            <a:extLst>
              <a:ext uri="{FF2B5EF4-FFF2-40B4-BE49-F238E27FC236}">
                <a16:creationId xmlns:a16="http://schemas.microsoft.com/office/drawing/2014/main" id="{5D947397-1622-3890-14C5-343A9FDC528E}"/>
              </a:ext>
            </a:extLst>
          </p:cNvPr>
          <p:cNvSpPr/>
          <p:nvPr/>
        </p:nvSpPr>
        <p:spPr>
          <a:xfrm>
            <a:off x="4236686" y="624030"/>
            <a:ext cx="3240000" cy="5760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+mn-ea"/>
            </a:endParaRPr>
          </a:p>
        </p:txBody>
      </p: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50484D65-5EC9-C230-5769-0A340300611C}"/>
              </a:ext>
            </a:extLst>
          </p:cNvPr>
          <p:cNvSpPr/>
          <p:nvPr/>
        </p:nvSpPr>
        <p:spPr>
          <a:xfrm>
            <a:off x="4236686" y="624030"/>
            <a:ext cx="3240000" cy="5760000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+mn-ea"/>
            </a:endParaRPr>
          </a:p>
        </p:txBody>
      </p:sp>
      <p:sp>
        <p:nvSpPr>
          <p:cNvPr id="357" name="타원 356">
            <a:extLst>
              <a:ext uri="{FF2B5EF4-FFF2-40B4-BE49-F238E27FC236}">
                <a16:creationId xmlns:a16="http://schemas.microsoft.com/office/drawing/2014/main" id="{C018FA44-AF2B-EE81-E793-B66D1EA00FA2}"/>
              </a:ext>
            </a:extLst>
          </p:cNvPr>
          <p:cNvSpPr/>
          <p:nvPr/>
        </p:nvSpPr>
        <p:spPr>
          <a:xfrm>
            <a:off x="5185518" y="4258911"/>
            <a:ext cx="1300077" cy="807245"/>
          </a:xfrm>
          <a:prstGeom prst="ellipse">
            <a:avLst/>
          </a:prstGeom>
          <a:noFill/>
          <a:ln w="3175">
            <a:solidFill>
              <a:schemeClr val="bg1">
                <a:alpha val="3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59" name="타원 358">
            <a:extLst>
              <a:ext uri="{FF2B5EF4-FFF2-40B4-BE49-F238E27FC236}">
                <a16:creationId xmlns:a16="http://schemas.microsoft.com/office/drawing/2014/main" id="{61AAF5A8-6A7F-564C-8307-074C43795837}"/>
              </a:ext>
            </a:extLst>
          </p:cNvPr>
          <p:cNvSpPr/>
          <p:nvPr/>
        </p:nvSpPr>
        <p:spPr>
          <a:xfrm>
            <a:off x="3713779" y="5073513"/>
            <a:ext cx="4217674" cy="1074014"/>
          </a:xfrm>
          <a:prstGeom prst="ellipse">
            <a:avLst/>
          </a:prstGeom>
          <a:noFill/>
          <a:ln w="25400">
            <a:solidFill>
              <a:schemeClr val="accent4"/>
            </a:solidFill>
            <a:prstDash val="solid"/>
          </a:ln>
          <a:effectLst>
            <a:outerShdw blurRad="63500" sx="102000" sy="102000" algn="ctr" rotWithShape="0">
              <a:srgbClr val="FFFF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E17DB3B4-D647-4F61-F5C9-6FC4064F832E}"/>
              </a:ext>
            </a:extLst>
          </p:cNvPr>
          <p:cNvGrpSpPr/>
          <p:nvPr/>
        </p:nvGrpSpPr>
        <p:grpSpPr>
          <a:xfrm>
            <a:off x="4236686" y="624031"/>
            <a:ext cx="3240000" cy="746553"/>
            <a:chOff x="155575" y="624031"/>
            <a:chExt cx="3240000" cy="746553"/>
          </a:xfrm>
        </p:grpSpPr>
        <p:grpSp>
          <p:nvGrpSpPr>
            <p:cNvPr id="367" name="그룹 366">
              <a:extLst>
                <a:ext uri="{FF2B5EF4-FFF2-40B4-BE49-F238E27FC236}">
                  <a16:creationId xmlns:a16="http://schemas.microsoft.com/office/drawing/2014/main" id="{571ED64D-53FD-DBFD-03A0-1FACCABA8173}"/>
                </a:ext>
              </a:extLst>
            </p:cNvPr>
            <p:cNvGrpSpPr/>
            <p:nvPr/>
          </p:nvGrpSpPr>
          <p:grpSpPr>
            <a:xfrm>
              <a:off x="155575" y="624031"/>
              <a:ext cx="3240000" cy="364798"/>
              <a:chOff x="155575" y="624031"/>
              <a:chExt cx="3240000" cy="364798"/>
            </a:xfrm>
          </p:grpSpPr>
          <p:sp>
            <p:nvSpPr>
              <p:cNvPr id="371" name="직사각형 370">
                <a:extLst>
                  <a:ext uri="{FF2B5EF4-FFF2-40B4-BE49-F238E27FC236}">
                    <a16:creationId xmlns:a16="http://schemas.microsoft.com/office/drawing/2014/main" id="{2177D776-DB04-B6E0-F198-1C6981CB2E87}"/>
                  </a:ext>
                </a:extLst>
              </p:cNvPr>
              <p:cNvSpPr/>
              <p:nvPr/>
            </p:nvSpPr>
            <p:spPr>
              <a:xfrm>
                <a:off x="155575" y="624031"/>
                <a:ext cx="3240000" cy="26898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372" name="한쪽 모서리가 둥근 사각형 371">
                <a:extLst>
                  <a:ext uri="{FF2B5EF4-FFF2-40B4-BE49-F238E27FC236}">
                    <a16:creationId xmlns:a16="http://schemas.microsoft.com/office/drawing/2014/main" id="{AD62BBBD-AFF7-E993-577A-D73B1779CFE0}"/>
                  </a:ext>
                </a:extLst>
              </p:cNvPr>
              <p:cNvSpPr/>
              <p:nvPr/>
            </p:nvSpPr>
            <p:spPr>
              <a:xfrm rot="5400000">
                <a:off x="590050" y="189558"/>
                <a:ext cx="364796" cy="1233746"/>
              </a:xfrm>
              <a:prstGeom prst="round1Rect">
                <a:avLst>
                  <a:gd name="adj" fmla="val 1083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grpSp>
            <p:nvGrpSpPr>
              <p:cNvPr id="373" name="그룹 372">
                <a:extLst>
                  <a:ext uri="{FF2B5EF4-FFF2-40B4-BE49-F238E27FC236}">
                    <a16:creationId xmlns:a16="http://schemas.microsoft.com/office/drawing/2014/main" id="{05E7B59A-5FD0-A1BF-B60F-8219ADF1AB69}"/>
                  </a:ext>
                </a:extLst>
              </p:cNvPr>
              <p:cNvGrpSpPr/>
              <p:nvPr/>
            </p:nvGrpSpPr>
            <p:grpSpPr>
              <a:xfrm>
                <a:off x="210855" y="671852"/>
                <a:ext cx="269155" cy="269155"/>
                <a:chOff x="248404" y="685800"/>
                <a:chExt cx="269155" cy="269155"/>
              </a:xfrm>
            </p:grpSpPr>
            <p:sp>
              <p:nvSpPr>
                <p:cNvPr id="388" name="모서리가 둥근 직사각형 387">
                  <a:extLst>
                    <a:ext uri="{FF2B5EF4-FFF2-40B4-BE49-F238E27FC236}">
                      <a16:creationId xmlns:a16="http://schemas.microsoft.com/office/drawing/2014/main" id="{053C9261-0997-6E82-CB15-8FB8A141FFE2}"/>
                    </a:ext>
                  </a:extLst>
                </p:cNvPr>
                <p:cNvSpPr/>
                <p:nvPr/>
              </p:nvSpPr>
              <p:spPr>
                <a:xfrm>
                  <a:off x="248404" y="685800"/>
                  <a:ext cx="269155" cy="269155"/>
                </a:xfrm>
                <a:prstGeom prst="roundRect">
                  <a:avLst>
                    <a:gd name="adj" fmla="val 8766"/>
                  </a:avLst>
                </a:prstGeom>
                <a:noFill/>
                <a:ln w="12700">
                  <a:solidFill>
                    <a:srgbClr val="00FD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  <p:sp>
              <p:nvSpPr>
                <p:cNvPr id="389" name="Freeform 2">
                  <a:extLst>
                    <a:ext uri="{FF2B5EF4-FFF2-40B4-BE49-F238E27FC236}">
                      <a16:creationId xmlns:a16="http://schemas.microsoft.com/office/drawing/2014/main" id="{39A0E318-31CD-4115-A4BB-226DB2C004D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76052" y="713448"/>
                  <a:ext cx="213859" cy="213858"/>
                </a:xfrm>
                <a:custGeom>
                  <a:avLst/>
                  <a:gdLst>
                    <a:gd name="T0" fmla="*/ 0 w 692"/>
                    <a:gd name="T1" fmla="*/ 81 h 692"/>
                    <a:gd name="T2" fmla="*/ 0 w 692"/>
                    <a:gd name="T3" fmla="*/ 618 h 692"/>
                    <a:gd name="T4" fmla="*/ 74 w 692"/>
                    <a:gd name="T5" fmla="*/ 691 h 692"/>
                    <a:gd name="T6" fmla="*/ 610 w 692"/>
                    <a:gd name="T7" fmla="*/ 691 h 692"/>
                    <a:gd name="T8" fmla="*/ 691 w 692"/>
                    <a:gd name="T9" fmla="*/ 618 h 692"/>
                    <a:gd name="T10" fmla="*/ 691 w 692"/>
                    <a:gd name="T11" fmla="*/ 81 h 692"/>
                    <a:gd name="T12" fmla="*/ 610 w 692"/>
                    <a:gd name="T13" fmla="*/ 0 h 692"/>
                    <a:gd name="T14" fmla="*/ 74 w 692"/>
                    <a:gd name="T15" fmla="*/ 0 h 692"/>
                    <a:gd name="T16" fmla="*/ 0 w 692"/>
                    <a:gd name="T17" fmla="*/ 81 h 692"/>
                    <a:gd name="T18" fmla="*/ 456 w 692"/>
                    <a:gd name="T19" fmla="*/ 228 h 692"/>
                    <a:gd name="T20" fmla="*/ 346 w 692"/>
                    <a:gd name="T21" fmla="*/ 345 h 692"/>
                    <a:gd name="T22" fmla="*/ 228 w 692"/>
                    <a:gd name="T23" fmla="*/ 228 h 692"/>
                    <a:gd name="T24" fmla="*/ 346 w 692"/>
                    <a:gd name="T25" fmla="*/ 117 h 692"/>
                    <a:gd name="T26" fmla="*/ 456 w 692"/>
                    <a:gd name="T27" fmla="*/ 228 h 692"/>
                    <a:gd name="T28" fmla="*/ 110 w 692"/>
                    <a:gd name="T29" fmla="*/ 537 h 692"/>
                    <a:gd name="T30" fmla="*/ 346 w 692"/>
                    <a:gd name="T31" fmla="*/ 419 h 692"/>
                    <a:gd name="T32" fmla="*/ 574 w 692"/>
                    <a:gd name="T33" fmla="*/ 537 h 692"/>
                    <a:gd name="T34" fmla="*/ 574 w 692"/>
                    <a:gd name="T35" fmla="*/ 581 h 692"/>
                    <a:gd name="T36" fmla="*/ 110 w 692"/>
                    <a:gd name="T37" fmla="*/ 581 h 692"/>
                    <a:gd name="T38" fmla="*/ 110 w 692"/>
                    <a:gd name="T39" fmla="*/ 537 h 6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92" h="692">
                      <a:moveTo>
                        <a:pt x="0" y="81"/>
                      </a:moveTo>
                      <a:lnTo>
                        <a:pt x="0" y="618"/>
                      </a:lnTo>
                      <a:cubicBezTo>
                        <a:pt x="0" y="662"/>
                        <a:pt x="29" y="691"/>
                        <a:pt x="74" y="691"/>
                      </a:cubicBezTo>
                      <a:lnTo>
                        <a:pt x="610" y="691"/>
                      </a:lnTo>
                      <a:cubicBezTo>
                        <a:pt x="655" y="691"/>
                        <a:pt x="691" y="662"/>
                        <a:pt x="691" y="618"/>
                      </a:cubicBezTo>
                      <a:lnTo>
                        <a:pt x="691" y="81"/>
                      </a:lnTo>
                      <a:cubicBezTo>
                        <a:pt x="691" y="37"/>
                        <a:pt x="655" y="0"/>
                        <a:pt x="610" y="0"/>
                      </a:cubicBezTo>
                      <a:lnTo>
                        <a:pt x="74" y="0"/>
                      </a:lnTo>
                      <a:cubicBezTo>
                        <a:pt x="29" y="0"/>
                        <a:pt x="0" y="37"/>
                        <a:pt x="0" y="81"/>
                      </a:cubicBezTo>
                      <a:close/>
                      <a:moveTo>
                        <a:pt x="456" y="228"/>
                      </a:moveTo>
                      <a:cubicBezTo>
                        <a:pt x="456" y="294"/>
                        <a:pt x="412" y="345"/>
                        <a:pt x="346" y="345"/>
                      </a:cubicBezTo>
                      <a:cubicBezTo>
                        <a:pt x="280" y="345"/>
                        <a:pt x="228" y="290"/>
                        <a:pt x="228" y="228"/>
                      </a:cubicBezTo>
                      <a:cubicBezTo>
                        <a:pt x="228" y="165"/>
                        <a:pt x="280" y="117"/>
                        <a:pt x="346" y="117"/>
                      </a:cubicBezTo>
                      <a:cubicBezTo>
                        <a:pt x="412" y="117"/>
                        <a:pt x="456" y="169"/>
                        <a:pt x="456" y="228"/>
                      </a:cubicBezTo>
                      <a:close/>
                      <a:moveTo>
                        <a:pt x="110" y="537"/>
                      </a:moveTo>
                      <a:cubicBezTo>
                        <a:pt x="110" y="463"/>
                        <a:pt x="268" y="419"/>
                        <a:pt x="346" y="419"/>
                      </a:cubicBezTo>
                      <a:cubicBezTo>
                        <a:pt x="423" y="419"/>
                        <a:pt x="574" y="463"/>
                        <a:pt x="574" y="537"/>
                      </a:cubicBezTo>
                      <a:lnTo>
                        <a:pt x="574" y="581"/>
                      </a:lnTo>
                      <a:lnTo>
                        <a:pt x="110" y="581"/>
                      </a:lnTo>
                      <a:lnTo>
                        <a:pt x="110" y="53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4" name="그룹 373">
                <a:extLst>
                  <a:ext uri="{FF2B5EF4-FFF2-40B4-BE49-F238E27FC236}">
                    <a16:creationId xmlns:a16="http://schemas.microsoft.com/office/drawing/2014/main" id="{75F0A180-0A35-7D10-0806-EAE7C92C4F49}"/>
                  </a:ext>
                </a:extLst>
              </p:cNvPr>
              <p:cNvGrpSpPr/>
              <p:nvPr/>
            </p:nvGrpSpPr>
            <p:grpSpPr>
              <a:xfrm>
                <a:off x="707871" y="844790"/>
                <a:ext cx="613997" cy="73575"/>
                <a:chOff x="632407" y="829193"/>
                <a:chExt cx="675397" cy="107722"/>
              </a:xfrm>
            </p:grpSpPr>
            <p:sp>
              <p:nvSpPr>
                <p:cNvPr id="386" name="모서리가 둥근 직사각형 385">
                  <a:extLst>
                    <a:ext uri="{FF2B5EF4-FFF2-40B4-BE49-F238E27FC236}">
                      <a16:creationId xmlns:a16="http://schemas.microsoft.com/office/drawing/2014/main" id="{26C1E3D8-FBD1-95FF-4AEF-137FD61F4D3B}"/>
                    </a:ext>
                  </a:extLst>
                </p:cNvPr>
                <p:cNvSpPr/>
                <p:nvPr/>
              </p:nvSpPr>
              <p:spPr>
                <a:xfrm>
                  <a:off x="632407" y="829193"/>
                  <a:ext cx="675397" cy="107722"/>
                </a:xfrm>
                <a:prstGeom prst="roundRect">
                  <a:avLst>
                    <a:gd name="adj" fmla="val 8766"/>
                  </a:avLst>
                </a:prstGeom>
                <a:solidFill>
                  <a:schemeClr val="bg1">
                    <a:lumMod val="75000"/>
                  </a:schemeClr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  <p:sp>
              <p:nvSpPr>
                <p:cNvPr id="387" name="모서리가 둥근 직사각형 386">
                  <a:extLst>
                    <a:ext uri="{FF2B5EF4-FFF2-40B4-BE49-F238E27FC236}">
                      <a16:creationId xmlns:a16="http://schemas.microsoft.com/office/drawing/2014/main" id="{56CE8499-9908-F0B2-3EC2-DDF2DDB8EC4E}"/>
                    </a:ext>
                  </a:extLst>
                </p:cNvPr>
                <p:cNvSpPr/>
                <p:nvPr/>
              </p:nvSpPr>
              <p:spPr>
                <a:xfrm>
                  <a:off x="632407" y="829193"/>
                  <a:ext cx="266713" cy="107722"/>
                </a:xfrm>
                <a:prstGeom prst="roundRect">
                  <a:avLst>
                    <a:gd name="adj" fmla="val 8766"/>
                  </a:avLst>
                </a:prstGeom>
                <a:solidFill>
                  <a:srgbClr val="00FB92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</p:grpSp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BBC94AE7-B147-63D9-7A2B-7F4610BAC3A6}"/>
                  </a:ext>
                </a:extLst>
              </p:cNvPr>
              <p:cNvSpPr txBox="1"/>
              <p:nvPr/>
            </p:nvSpPr>
            <p:spPr>
              <a:xfrm>
                <a:off x="531409" y="824172"/>
                <a:ext cx="102592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r>
                  <a:rPr kumimoji="1" lang="en-US" altLang="ko-Kore-KR" sz="700" b="1" dirty="0">
                    <a:solidFill>
                      <a:schemeClr val="bg1"/>
                    </a:solidFill>
                  </a:rPr>
                  <a:t>12</a:t>
                </a:r>
                <a:endParaRPr kumimoji="1" lang="ko-Kore-KR" altLang="en-US" sz="7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6" name="모서리가 둥근 직사각형 375">
                <a:extLst>
                  <a:ext uri="{FF2B5EF4-FFF2-40B4-BE49-F238E27FC236}">
                    <a16:creationId xmlns:a16="http://schemas.microsoft.com/office/drawing/2014/main" id="{E24E2225-5E97-8B30-AC46-A9890696058A}"/>
                  </a:ext>
                </a:extLst>
              </p:cNvPr>
              <p:cNvSpPr/>
              <p:nvPr/>
            </p:nvSpPr>
            <p:spPr>
              <a:xfrm>
                <a:off x="531409" y="668662"/>
                <a:ext cx="790459" cy="131361"/>
              </a:xfrm>
              <a:prstGeom prst="roundRect">
                <a:avLst>
                  <a:gd name="adj" fmla="val 8766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927E3A62-72EA-93D2-D225-BD9CC38F21AB}"/>
                  </a:ext>
                </a:extLst>
              </p:cNvPr>
              <p:cNvSpPr txBox="1"/>
              <p:nvPr/>
            </p:nvSpPr>
            <p:spPr>
              <a:xfrm>
                <a:off x="564425" y="680481"/>
                <a:ext cx="45044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r>
                  <a:rPr kumimoji="1" lang="en-US" altLang="ko-Kore-KR" sz="700" b="1" dirty="0">
                    <a:solidFill>
                      <a:srgbClr val="FFFF00"/>
                    </a:solidFill>
                  </a:rPr>
                  <a:t>Gesut4565</a:t>
                </a:r>
                <a:endParaRPr kumimoji="1" lang="ko-Kore-KR" altLang="en-US" sz="7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378" name="모서리가 둥근 직사각형 377">
                <a:extLst>
                  <a:ext uri="{FF2B5EF4-FFF2-40B4-BE49-F238E27FC236}">
                    <a16:creationId xmlns:a16="http://schemas.microsoft.com/office/drawing/2014/main" id="{FD767F68-5323-6FA8-E029-BBBD703CFA2C}"/>
                  </a:ext>
                </a:extLst>
              </p:cNvPr>
              <p:cNvSpPr/>
              <p:nvPr/>
            </p:nvSpPr>
            <p:spPr>
              <a:xfrm>
                <a:off x="1507958" y="667617"/>
                <a:ext cx="831456" cy="131361"/>
              </a:xfrm>
              <a:prstGeom prst="roundRect">
                <a:avLst>
                  <a:gd name="adj" fmla="val 8766"/>
                </a:avLst>
              </a:prstGeom>
              <a:solidFill>
                <a:schemeClr val="tx1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379" name="모서리가 둥근 직사각형 378">
                <a:extLst>
                  <a:ext uri="{FF2B5EF4-FFF2-40B4-BE49-F238E27FC236}">
                    <a16:creationId xmlns:a16="http://schemas.microsoft.com/office/drawing/2014/main" id="{EFDC8565-11D2-5865-CEC3-31A62D33BF42}"/>
                  </a:ext>
                </a:extLst>
              </p:cNvPr>
              <p:cNvSpPr/>
              <p:nvPr/>
            </p:nvSpPr>
            <p:spPr>
              <a:xfrm>
                <a:off x="2451634" y="667617"/>
                <a:ext cx="873003" cy="131361"/>
              </a:xfrm>
              <a:prstGeom prst="roundRect">
                <a:avLst>
                  <a:gd name="adj" fmla="val 8766"/>
                </a:avLst>
              </a:prstGeom>
              <a:solidFill>
                <a:schemeClr val="tx1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380" name="타원 379">
                <a:extLst>
                  <a:ext uri="{FF2B5EF4-FFF2-40B4-BE49-F238E27FC236}">
                    <a16:creationId xmlns:a16="http://schemas.microsoft.com/office/drawing/2014/main" id="{08C91C9E-9C84-FC55-7C2C-B11EF737C0D5}"/>
                  </a:ext>
                </a:extLst>
              </p:cNvPr>
              <p:cNvSpPr/>
              <p:nvPr/>
            </p:nvSpPr>
            <p:spPr>
              <a:xfrm>
                <a:off x="1427220" y="661110"/>
                <a:ext cx="183681" cy="183681"/>
              </a:xfrm>
              <a:prstGeom prst="ellipse">
                <a:avLst/>
              </a:prstGeom>
              <a:solidFill>
                <a:schemeClr val="accent4"/>
              </a:solidFill>
              <a:ln w="31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ore-KR" sz="900" b="1" dirty="0"/>
                  <a:t>G</a:t>
                </a:r>
                <a:endParaRPr kumimoji="1" lang="ko-Kore-KR" altLang="en-US" sz="900" b="1" dirty="0"/>
              </a:p>
            </p:txBody>
          </p:sp>
          <p:sp>
            <p:nvSpPr>
              <p:cNvPr id="381" name="타원 380">
                <a:extLst>
                  <a:ext uri="{FF2B5EF4-FFF2-40B4-BE49-F238E27FC236}">
                    <a16:creationId xmlns:a16="http://schemas.microsoft.com/office/drawing/2014/main" id="{8ABBFE58-ADEE-516C-5BB9-7148BF425AEF}"/>
                  </a:ext>
                </a:extLst>
              </p:cNvPr>
              <p:cNvSpPr/>
              <p:nvPr/>
            </p:nvSpPr>
            <p:spPr>
              <a:xfrm>
                <a:off x="2400815" y="661109"/>
                <a:ext cx="183681" cy="183681"/>
              </a:xfrm>
              <a:prstGeom prst="ellipse">
                <a:avLst/>
              </a:prstGeom>
              <a:solidFill>
                <a:srgbClr val="00B0F0"/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ore-KR" sz="900" b="1" dirty="0"/>
                  <a:t>D</a:t>
                </a:r>
                <a:endParaRPr kumimoji="1" lang="ko-Kore-KR" altLang="en-US" sz="900" b="1" dirty="0"/>
              </a:p>
            </p:txBody>
          </p:sp>
          <p:sp>
            <p:nvSpPr>
              <p:cNvPr id="382" name="십자형[C] 381">
                <a:extLst>
                  <a:ext uri="{FF2B5EF4-FFF2-40B4-BE49-F238E27FC236}">
                    <a16:creationId xmlns:a16="http://schemas.microsoft.com/office/drawing/2014/main" id="{6F8E9AC5-4C6B-21F2-B9E3-EA930630F247}"/>
                  </a:ext>
                </a:extLst>
              </p:cNvPr>
              <p:cNvSpPr/>
              <p:nvPr/>
            </p:nvSpPr>
            <p:spPr>
              <a:xfrm>
                <a:off x="1526991" y="752415"/>
                <a:ext cx="102549" cy="102549"/>
              </a:xfrm>
              <a:prstGeom prst="plus">
                <a:avLst>
                  <a:gd name="adj" fmla="val 34329"/>
                </a:avLst>
              </a:prstGeom>
              <a:solidFill>
                <a:srgbClr val="00FA00"/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txBody>
              <a:bodyPr wrap="none" anchor="ctr"/>
              <a:lstStyle/>
              <a:p>
                <a:endParaRPr lang="ko-Kore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3" name="십자형[C] 382">
                <a:extLst>
                  <a:ext uri="{FF2B5EF4-FFF2-40B4-BE49-F238E27FC236}">
                    <a16:creationId xmlns:a16="http://schemas.microsoft.com/office/drawing/2014/main" id="{B753639F-18FC-44C3-813E-76E5574EB7F2}"/>
                  </a:ext>
                </a:extLst>
              </p:cNvPr>
              <p:cNvSpPr/>
              <p:nvPr/>
            </p:nvSpPr>
            <p:spPr>
              <a:xfrm>
                <a:off x="2492655" y="757034"/>
                <a:ext cx="102549" cy="102549"/>
              </a:xfrm>
              <a:prstGeom prst="plus">
                <a:avLst>
                  <a:gd name="adj" fmla="val 34329"/>
                </a:avLst>
              </a:prstGeom>
              <a:solidFill>
                <a:srgbClr val="00FA00"/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txBody>
              <a:bodyPr wrap="none" anchor="ctr"/>
              <a:lstStyle/>
              <a:p>
                <a:endParaRPr lang="ko-Kore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4" name="TextBox 383">
                <a:extLst>
                  <a:ext uri="{FF2B5EF4-FFF2-40B4-BE49-F238E27FC236}">
                    <a16:creationId xmlns:a16="http://schemas.microsoft.com/office/drawing/2014/main" id="{EB4CF8C4-19A9-1E82-FB5B-46966C6462A5}"/>
                  </a:ext>
                </a:extLst>
              </p:cNvPr>
              <p:cNvSpPr txBox="1"/>
              <p:nvPr/>
            </p:nvSpPr>
            <p:spPr>
              <a:xfrm>
                <a:off x="2214200" y="679436"/>
                <a:ext cx="5129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r"/>
                <a:r>
                  <a:rPr kumimoji="1" lang="en-US" altLang="ko-Kore-KR" sz="700" b="1" dirty="0">
                    <a:solidFill>
                      <a:srgbClr val="FFFF00"/>
                    </a:solidFill>
                  </a:rPr>
                  <a:t>0</a:t>
                </a:r>
                <a:endParaRPr kumimoji="1" lang="ko-Kore-KR" altLang="en-US" sz="700" b="1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CFD2CAAA-C190-BFC6-7419-0F2A1793E35B}"/>
                  </a:ext>
                </a:extLst>
              </p:cNvPr>
              <p:cNvSpPr txBox="1"/>
              <p:nvPr/>
            </p:nvSpPr>
            <p:spPr>
              <a:xfrm>
                <a:off x="3227025" y="679436"/>
                <a:ext cx="5129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r"/>
                <a:r>
                  <a:rPr kumimoji="1" lang="en-US" altLang="ko-Kore-KR" sz="700" b="1" dirty="0">
                    <a:solidFill>
                      <a:srgbClr val="FFFF00"/>
                    </a:solidFill>
                  </a:rPr>
                  <a:t>0</a:t>
                </a:r>
                <a:endParaRPr kumimoji="1" lang="ko-Kore-KR" altLang="en-US" sz="700" b="1" dirty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368" name="그룹 367">
              <a:extLst>
                <a:ext uri="{FF2B5EF4-FFF2-40B4-BE49-F238E27FC236}">
                  <a16:creationId xmlns:a16="http://schemas.microsoft.com/office/drawing/2014/main" id="{CCF62D53-3AF1-073E-7FB0-B2DA0AC2CF46}"/>
                </a:ext>
              </a:extLst>
            </p:cNvPr>
            <p:cNvGrpSpPr/>
            <p:nvPr/>
          </p:nvGrpSpPr>
          <p:grpSpPr>
            <a:xfrm>
              <a:off x="210855" y="1050030"/>
              <a:ext cx="320554" cy="320554"/>
              <a:chOff x="210855" y="1050030"/>
              <a:chExt cx="269155" cy="269155"/>
            </a:xfrm>
          </p:grpSpPr>
          <p:sp>
            <p:nvSpPr>
              <p:cNvPr id="369" name="모서리가 둥근 직사각형 368">
                <a:extLst>
                  <a:ext uri="{FF2B5EF4-FFF2-40B4-BE49-F238E27FC236}">
                    <a16:creationId xmlns:a16="http://schemas.microsoft.com/office/drawing/2014/main" id="{2EF6B298-A9BC-C62D-3486-B8ECCDF4D597}"/>
                  </a:ext>
                </a:extLst>
              </p:cNvPr>
              <p:cNvSpPr/>
              <p:nvPr/>
            </p:nvSpPr>
            <p:spPr>
              <a:xfrm>
                <a:off x="210855" y="1050030"/>
                <a:ext cx="269155" cy="269155"/>
              </a:xfrm>
              <a:prstGeom prst="roundRect">
                <a:avLst>
                  <a:gd name="adj" fmla="val 8766"/>
                </a:avLst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370" name="Freeform 24">
                <a:extLst>
                  <a:ext uri="{FF2B5EF4-FFF2-40B4-BE49-F238E27FC236}">
                    <a16:creationId xmlns:a16="http://schemas.microsoft.com/office/drawing/2014/main" id="{7A655B4E-62A2-5122-26C1-9BBFDDB58E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432" y="1126315"/>
                <a:ext cx="144000" cy="116584"/>
              </a:xfrm>
              <a:custGeom>
                <a:avLst/>
                <a:gdLst>
                  <a:gd name="T0" fmla="*/ 0 w 461"/>
                  <a:gd name="T1" fmla="*/ 303 h 304"/>
                  <a:gd name="T2" fmla="*/ 460 w 461"/>
                  <a:gd name="T3" fmla="*/ 303 h 304"/>
                  <a:gd name="T4" fmla="*/ 460 w 461"/>
                  <a:gd name="T5" fmla="*/ 254 h 304"/>
                  <a:gd name="T6" fmla="*/ 0 w 461"/>
                  <a:gd name="T7" fmla="*/ 254 h 304"/>
                  <a:gd name="T8" fmla="*/ 0 w 461"/>
                  <a:gd name="T9" fmla="*/ 303 h 304"/>
                  <a:gd name="T10" fmla="*/ 0 w 461"/>
                  <a:gd name="T11" fmla="*/ 176 h 304"/>
                  <a:gd name="T12" fmla="*/ 460 w 461"/>
                  <a:gd name="T13" fmla="*/ 176 h 304"/>
                  <a:gd name="T14" fmla="*/ 460 w 461"/>
                  <a:gd name="T15" fmla="*/ 127 h 304"/>
                  <a:gd name="T16" fmla="*/ 0 w 461"/>
                  <a:gd name="T17" fmla="*/ 127 h 304"/>
                  <a:gd name="T18" fmla="*/ 0 w 461"/>
                  <a:gd name="T19" fmla="*/ 176 h 304"/>
                  <a:gd name="T20" fmla="*/ 0 w 461"/>
                  <a:gd name="T21" fmla="*/ 0 h 304"/>
                  <a:gd name="T22" fmla="*/ 0 w 461"/>
                  <a:gd name="T23" fmla="*/ 49 h 304"/>
                  <a:gd name="T24" fmla="*/ 460 w 461"/>
                  <a:gd name="T25" fmla="*/ 49 h 304"/>
                  <a:gd name="T26" fmla="*/ 460 w 461"/>
                  <a:gd name="T27" fmla="*/ 0 h 304"/>
                  <a:gd name="T28" fmla="*/ 0 w 461"/>
                  <a:gd name="T29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61" h="304">
                    <a:moveTo>
                      <a:pt x="0" y="303"/>
                    </a:moveTo>
                    <a:lnTo>
                      <a:pt x="460" y="303"/>
                    </a:lnTo>
                    <a:lnTo>
                      <a:pt x="460" y="254"/>
                    </a:lnTo>
                    <a:lnTo>
                      <a:pt x="0" y="254"/>
                    </a:lnTo>
                    <a:lnTo>
                      <a:pt x="0" y="303"/>
                    </a:lnTo>
                    <a:close/>
                    <a:moveTo>
                      <a:pt x="0" y="176"/>
                    </a:moveTo>
                    <a:lnTo>
                      <a:pt x="460" y="176"/>
                    </a:lnTo>
                    <a:lnTo>
                      <a:pt x="460" y="127"/>
                    </a:lnTo>
                    <a:lnTo>
                      <a:pt x="0" y="127"/>
                    </a:lnTo>
                    <a:lnTo>
                      <a:pt x="0" y="176"/>
                    </a:lnTo>
                    <a:close/>
                    <a:moveTo>
                      <a:pt x="0" y="0"/>
                    </a:moveTo>
                    <a:lnTo>
                      <a:pt x="0" y="49"/>
                    </a:lnTo>
                    <a:lnTo>
                      <a:pt x="460" y="49"/>
                    </a:lnTo>
                    <a:lnTo>
                      <a:pt x="4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cxnSp>
        <p:nvCxnSpPr>
          <p:cNvPr id="391" name="직선 연결선[R] 390">
            <a:extLst>
              <a:ext uri="{FF2B5EF4-FFF2-40B4-BE49-F238E27FC236}">
                <a16:creationId xmlns:a16="http://schemas.microsoft.com/office/drawing/2014/main" id="{2463F574-1519-09A3-7D7C-BD2DD510B7F4}"/>
              </a:ext>
            </a:extLst>
          </p:cNvPr>
          <p:cNvCxnSpPr>
            <a:cxnSpLocks/>
          </p:cNvCxnSpPr>
          <p:nvPr/>
        </p:nvCxnSpPr>
        <p:spPr>
          <a:xfrm flipV="1">
            <a:off x="4237723" y="575596"/>
            <a:ext cx="1016369" cy="5246560"/>
          </a:xfrm>
          <a:prstGeom prst="line">
            <a:avLst/>
          </a:prstGeom>
          <a:ln w="12700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연결선[R] 391">
            <a:extLst>
              <a:ext uri="{FF2B5EF4-FFF2-40B4-BE49-F238E27FC236}">
                <a16:creationId xmlns:a16="http://schemas.microsoft.com/office/drawing/2014/main" id="{8BF0AEDE-A59E-45E4-8FCA-6442F45ED7ED}"/>
              </a:ext>
            </a:extLst>
          </p:cNvPr>
          <p:cNvCxnSpPr>
            <a:cxnSpLocks/>
          </p:cNvCxnSpPr>
          <p:nvPr/>
        </p:nvCxnSpPr>
        <p:spPr>
          <a:xfrm flipH="1" flipV="1">
            <a:off x="6467084" y="575597"/>
            <a:ext cx="1015639" cy="5246559"/>
          </a:xfrm>
          <a:prstGeom prst="line">
            <a:avLst/>
          </a:prstGeom>
          <a:ln w="12700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[R] 394">
            <a:extLst>
              <a:ext uri="{FF2B5EF4-FFF2-40B4-BE49-F238E27FC236}">
                <a16:creationId xmlns:a16="http://schemas.microsoft.com/office/drawing/2014/main" id="{12E91BA7-B046-7C1D-85CE-873E4ED1C0C6}"/>
              </a:ext>
            </a:extLst>
          </p:cNvPr>
          <p:cNvCxnSpPr>
            <a:cxnSpLocks/>
            <a:endCxn id="362" idx="0"/>
          </p:cNvCxnSpPr>
          <p:nvPr/>
        </p:nvCxnSpPr>
        <p:spPr>
          <a:xfrm>
            <a:off x="4453125" y="4352606"/>
            <a:ext cx="132430" cy="675541"/>
          </a:xfrm>
          <a:prstGeom prst="line">
            <a:avLst/>
          </a:prstGeom>
          <a:ln w="34925">
            <a:solidFill>
              <a:srgbClr val="00FDFF">
                <a:alpha val="79632"/>
              </a:srgbClr>
            </a:solidFill>
            <a:tailEnd type="none" w="sm" len="sm"/>
          </a:ln>
          <a:effectLst>
            <a:outerShdw blurRad="63500" sx="108000" sy="108000" algn="ctr" rotWithShape="0">
              <a:srgbClr val="00FDFF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[R] 395">
            <a:extLst>
              <a:ext uri="{FF2B5EF4-FFF2-40B4-BE49-F238E27FC236}">
                <a16:creationId xmlns:a16="http://schemas.microsoft.com/office/drawing/2014/main" id="{A7D3312D-5020-8065-9E58-A522B2B7E24D}"/>
              </a:ext>
            </a:extLst>
          </p:cNvPr>
          <p:cNvCxnSpPr>
            <a:cxnSpLocks/>
          </p:cNvCxnSpPr>
          <p:nvPr/>
        </p:nvCxnSpPr>
        <p:spPr>
          <a:xfrm>
            <a:off x="9617236" y="3602499"/>
            <a:ext cx="64466" cy="968242"/>
          </a:xfrm>
          <a:prstGeom prst="line">
            <a:avLst/>
          </a:prstGeom>
          <a:ln w="34925">
            <a:solidFill>
              <a:srgbClr val="FFFF00">
                <a:alpha val="80000"/>
              </a:srgbClr>
            </a:solidFill>
            <a:prstDash val="dash"/>
            <a:tailEnd type="none" w="sm" len="sm"/>
          </a:ln>
          <a:effectLst>
            <a:outerShdw blurRad="63500" sx="108000" sy="108000" algn="ctr" rotWithShape="0">
              <a:srgbClr val="00FDFF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CA6B8A8A-3F11-4381-80BE-D7632232307E}"/>
              </a:ext>
            </a:extLst>
          </p:cNvPr>
          <p:cNvGrpSpPr/>
          <p:nvPr/>
        </p:nvGrpSpPr>
        <p:grpSpPr>
          <a:xfrm>
            <a:off x="6703457" y="4626878"/>
            <a:ext cx="561736" cy="207155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398" name="현 397">
              <a:extLst>
                <a:ext uri="{FF2B5EF4-FFF2-40B4-BE49-F238E27FC236}">
                  <a16:creationId xmlns:a16="http://schemas.microsoft.com/office/drawing/2014/main" id="{33B1BD23-CF0A-FE12-20AD-D51C2DDC14DF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99" name="타원 398">
              <a:extLst>
                <a:ext uri="{FF2B5EF4-FFF2-40B4-BE49-F238E27FC236}">
                  <a16:creationId xmlns:a16="http://schemas.microsoft.com/office/drawing/2014/main" id="{3F07EC67-2DCA-C91E-A0A4-39327B02E1E3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00" name="자유형 399">
              <a:extLst>
                <a:ext uri="{FF2B5EF4-FFF2-40B4-BE49-F238E27FC236}">
                  <a16:creationId xmlns:a16="http://schemas.microsoft.com/office/drawing/2014/main" id="{8D46B0E7-1A17-DEF9-C173-E940F04C80D0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01" name="현 400">
              <a:extLst>
                <a:ext uri="{FF2B5EF4-FFF2-40B4-BE49-F238E27FC236}">
                  <a16:creationId xmlns:a16="http://schemas.microsoft.com/office/drawing/2014/main" id="{7589414B-CBAC-F3D5-4009-4384648591DD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6BFEEE88-CD16-6662-93B8-EB6C8D35AF15}"/>
              </a:ext>
            </a:extLst>
          </p:cNvPr>
          <p:cNvGrpSpPr/>
          <p:nvPr/>
        </p:nvGrpSpPr>
        <p:grpSpPr>
          <a:xfrm>
            <a:off x="4555516" y="3975424"/>
            <a:ext cx="536996" cy="198031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403" name="현 402">
              <a:extLst>
                <a:ext uri="{FF2B5EF4-FFF2-40B4-BE49-F238E27FC236}">
                  <a16:creationId xmlns:a16="http://schemas.microsoft.com/office/drawing/2014/main" id="{E3CF967A-B38F-E28C-9D29-A867D915C500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04" name="타원 403">
              <a:extLst>
                <a:ext uri="{FF2B5EF4-FFF2-40B4-BE49-F238E27FC236}">
                  <a16:creationId xmlns:a16="http://schemas.microsoft.com/office/drawing/2014/main" id="{4CEFAB9F-6AAB-C7EC-65B4-456CADE57719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05" name="자유형 404">
              <a:extLst>
                <a:ext uri="{FF2B5EF4-FFF2-40B4-BE49-F238E27FC236}">
                  <a16:creationId xmlns:a16="http://schemas.microsoft.com/office/drawing/2014/main" id="{49E14373-0484-D212-1EDB-1E5A3546B695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06" name="현 405">
              <a:extLst>
                <a:ext uri="{FF2B5EF4-FFF2-40B4-BE49-F238E27FC236}">
                  <a16:creationId xmlns:a16="http://schemas.microsoft.com/office/drawing/2014/main" id="{B8EB14FD-A63F-FD12-D36E-F310AE2ECE74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25967D02-2595-9749-CD6F-F1FF825AC336}"/>
              </a:ext>
            </a:extLst>
          </p:cNvPr>
          <p:cNvGrpSpPr/>
          <p:nvPr/>
        </p:nvGrpSpPr>
        <p:grpSpPr>
          <a:xfrm>
            <a:off x="5334145" y="1860047"/>
            <a:ext cx="348795" cy="128627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408" name="현 407">
              <a:extLst>
                <a:ext uri="{FF2B5EF4-FFF2-40B4-BE49-F238E27FC236}">
                  <a16:creationId xmlns:a16="http://schemas.microsoft.com/office/drawing/2014/main" id="{F34879F4-9AA5-8FAE-5FDE-21B24B6B8553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09" name="타원 408">
              <a:extLst>
                <a:ext uri="{FF2B5EF4-FFF2-40B4-BE49-F238E27FC236}">
                  <a16:creationId xmlns:a16="http://schemas.microsoft.com/office/drawing/2014/main" id="{0D6808B5-10D0-1C62-CAD2-97BA4C04AC0A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10" name="자유형 409">
              <a:extLst>
                <a:ext uri="{FF2B5EF4-FFF2-40B4-BE49-F238E27FC236}">
                  <a16:creationId xmlns:a16="http://schemas.microsoft.com/office/drawing/2014/main" id="{7A8FE52C-2335-0EC3-1702-7BE82A6848B2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11" name="현 410">
              <a:extLst>
                <a:ext uri="{FF2B5EF4-FFF2-40B4-BE49-F238E27FC236}">
                  <a16:creationId xmlns:a16="http://schemas.microsoft.com/office/drawing/2014/main" id="{F007CD07-67F4-578A-2A7C-FE6781758E51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412" name="그룹 411">
            <a:extLst>
              <a:ext uri="{FF2B5EF4-FFF2-40B4-BE49-F238E27FC236}">
                <a16:creationId xmlns:a16="http://schemas.microsoft.com/office/drawing/2014/main" id="{4FA7F579-0DD8-54C9-8214-BFD6813D0BFE}"/>
              </a:ext>
            </a:extLst>
          </p:cNvPr>
          <p:cNvGrpSpPr/>
          <p:nvPr/>
        </p:nvGrpSpPr>
        <p:grpSpPr>
          <a:xfrm>
            <a:off x="5684793" y="1485056"/>
            <a:ext cx="317086" cy="116934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413" name="현 412">
              <a:extLst>
                <a:ext uri="{FF2B5EF4-FFF2-40B4-BE49-F238E27FC236}">
                  <a16:creationId xmlns:a16="http://schemas.microsoft.com/office/drawing/2014/main" id="{2154A986-2BF8-FCA4-4DE4-003DD2514537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14" name="타원 413">
              <a:extLst>
                <a:ext uri="{FF2B5EF4-FFF2-40B4-BE49-F238E27FC236}">
                  <a16:creationId xmlns:a16="http://schemas.microsoft.com/office/drawing/2014/main" id="{A07D64AD-7237-0124-7974-B719218C9A95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15" name="자유형 414">
              <a:extLst>
                <a:ext uri="{FF2B5EF4-FFF2-40B4-BE49-F238E27FC236}">
                  <a16:creationId xmlns:a16="http://schemas.microsoft.com/office/drawing/2014/main" id="{457F2993-955D-8A29-1421-DEC649B271DB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16" name="현 415">
              <a:extLst>
                <a:ext uri="{FF2B5EF4-FFF2-40B4-BE49-F238E27FC236}">
                  <a16:creationId xmlns:a16="http://schemas.microsoft.com/office/drawing/2014/main" id="{BE6537B7-3B2A-60F5-73B8-01619C15E4B8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9A2F49DF-C18B-9B13-A958-E71055E70584}"/>
              </a:ext>
            </a:extLst>
          </p:cNvPr>
          <p:cNvGrpSpPr/>
          <p:nvPr/>
        </p:nvGrpSpPr>
        <p:grpSpPr>
          <a:xfrm>
            <a:off x="5124101" y="1184534"/>
            <a:ext cx="262055" cy="96640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418" name="현 417">
              <a:extLst>
                <a:ext uri="{FF2B5EF4-FFF2-40B4-BE49-F238E27FC236}">
                  <a16:creationId xmlns:a16="http://schemas.microsoft.com/office/drawing/2014/main" id="{C6CDC193-C651-1D99-EDBA-5C8CAD4D6810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19" name="타원 418">
              <a:extLst>
                <a:ext uri="{FF2B5EF4-FFF2-40B4-BE49-F238E27FC236}">
                  <a16:creationId xmlns:a16="http://schemas.microsoft.com/office/drawing/2014/main" id="{4AE5B148-BBA7-06FF-760A-EC00CEC89E97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20" name="자유형 419">
              <a:extLst>
                <a:ext uri="{FF2B5EF4-FFF2-40B4-BE49-F238E27FC236}">
                  <a16:creationId xmlns:a16="http://schemas.microsoft.com/office/drawing/2014/main" id="{3F3CB3DA-317F-A5C7-463D-8DC2FFD0E902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21" name="현 420">
              <a:extLst>
                <a:ext uri="{FF2B5EF4-FFF2-40B4-BE49-F238E27FC236}">
                  <a16:creationId xmlns:a16="http://schemas.microsoft.com/office/drawing/2014/main" id="{B8965CDA-5943-6254-41EB-BD25F7A6F03F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443" name="그룹 442">
            <a:extLst>
              <a:ext uri="{FF2B5EF4-FFF2-40B4-BE49-F238E27FC236}">
                <a16:creationId xmlns:a16="http://schemas.microsoft.com/office/drawing/2014/main" id="{C6734993-E5C7-2526-E2F3-56317EB93D41}"/>
              </a:ext>
            </a:extLst>
          </p:cNvPr>
          <p:cNvGrpSpPr/>
          <p:nvPr/>
        </p:nvGrpSpPr>
        <p:grpSpPr>
          <a:xfrm>
            <a:off x="5730212" y="5234345"/>
            <a:ext cx="271667" cy="504983"/>
            <a:chOff x="5699723" y="5070540"/>
            <a:chExt cx="271667" cy="504983"/>
          </a:xfrm>
        </p:grpSpPr>
        <p:sp>
          <p:nvSpPr>
            <p:cNvPr id="358" name="타원 357">
              <a:extLst>
                <a:ext uri="{FF2B5EF4-FFF2-40B4-BE49-F238E27FC236}">
                  <a16:creationId xmlns:a16="http://schemas.microsoft.com/office/drawing/2014/main" id="{8F2A3065-66AE-61D9-2FB6-91FB9D8AF0CB}"/>
                </a:ext>
              </a:extLst>
            </p:cNvPr>
            <p:cNvSpPr/>
            <p:nvPr/>
          </p:nvSpPr>
          <p:spPr>
            <a:xfrm>
              <a:off x="5699723" y="5303856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22" name="Freeform 1">
              <a:extLst>
                <a:ext uri="{FF2B5EF4-FFF2-40B4-BE49-F238E27FC236}">
                  <a16:creationId xmlns:a16="http://schemas.microsoft.com/office/drawing/2014/main" id="{64902CC9-69BD-2251-B2FD-50C77B4962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10077" y="5070540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30" name="그룹 429">
            <a:extLst>
              <a:ext uri="{FF2B5EF4-FFF2-40B4-BE49-F238E27FC236}">
                <a16:creationId xmlns:a16="http://schemas.microsoft.com/office/drawing/2014/main" id="{1F434568-29D8-A26D-FC83-11787DDF9EF8}"/>
              </a:ext>
            </a:extLst>
          </p:cNvPr>
          <p:cNvGrpSpPr/>
          <p:nvPr/>
        </p:nvGrpSpPr>
        <p:grpSpPr>
          <a:xfrm>
            <a:off x="6150864" y="5308158"/>
            <a:ext cx="249238" cy="415698"/>
            <a:chOff x="5477730" y="4504236"/>
            <a:chExt cx="249238" cy="415698"/>
          </a:xfrm>
        </p:grpSpPr>
        <p:sp>
          <p:nvSpPr>
            <p:cNvPr id="365" name="타원 364">
              <a:extLst>
                <a:ext uri="{FF2B5EF4-FFF2-40B4-BE49-F238E27FC236}">
                  <a16:creationId xmlns:a16="http://schemas.microsoft.com/office/drawing/2014/main" id="{9D7811BD-BD00-0843-DEAF-29B15F65EE1E}"/>
                </a:ext>
              </a:extLst>
            </p:cNvPr>
            <p:cNvSpPr/>
            <p:nvPr/>
          </p:nvSpPr>
          <p:spPr>
            <a:xfrm>
              <a:off x="5506343" y="4734382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23" name="Freeform 1">
              <a:extLst>
                <a:ext uri="{FF2B5EF4-FFF2-40B4-BE49-F238E27FC236}">
                  <a16:creationId xmlns:a16="http://schemas.microsoft.com/office/drawing/2014/main" id="{FA02ED8B-1D2F-F000-4DD7-4417DC6107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477730" y="450423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29" name="그룹 428">
            <a:extLst>
              <a:ext uri="{FF2B5EF4-FFF2-40B4-BE49-F238E27FC236}">
                <a16:creationId xmlns:a16="http://schemas.microsoft.com/office/drawing/2014/main" id="{55EE0FD9-F0AE-3DC9-52E0-EF4549C70F14}"/>
              </a:ext>
            </a:extLst>
          </p:cNvPr>
          <p:cNvGrpSpPr/>
          <p:nvPr/>
        </p:nvGrpSpPr>
        <p:grpSpPr>
          <a:xfrm>
            <a:off x="4460936" y="4797289"/>
            <a:ext cx="249238" cy="455376"/>
            <a:chOff x="5164957" y="3502759"/>
            <a:chExt cx="249238" cy="455376"/>
          </a:xfrm>
        </p:grpSpPr>
        <p:sp>
          <p:nvSpPr>
            <p:cNvPr id="362" name="타원 361">
              <a:extLst>
                <a:ext uri="{FF2B5EF4-FFF2-40B4-BE49-F238E27FC236}">
                  <a16:creationId xmlns:a16="http://schemas.microsoft.com/office/drawing/2014/main" id="{B1C95750-7520-4A37-9116-5E5C1302E8BE}"/>
                </a:ext>
              </a:extLst>
            </p:cNvPr>
            <p:cNvSpPr/>
            <p:nvPr/>
          </p:nvSpPr>
          <p:spPr>
            <a:xfrm>
              <a:off x="5177317" y="373361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24" name="Freeform 1">
              <a:extLst>
                <a:ext uri="{FF2B5EF4-FFF2-40B4-BE49-F238E27FC236}">
                  <a16:creationId xmlns:a16="http://schemas.microsoft.com/office/drawing/2014/main" id="{069F9FE3-56A8-305E-C0D3-911CE990D4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64957" y="3502759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31" name="그룹 430">
            <a:extLst>
              <a:ext uri="{FF2B5EF4-FFF2-40B4-BE49-F238E27FC236}">
                <a16:creationId xmlns:a16="http://schemas.microsoft.com/office/drawing/2014/main" id="{E53AC508-E286-20EA-CA71-E8C1D515CA73}"/>
              </a:ext>
            </a:extLst>
          </p:cNvPr>
          <p:cNvGrpSpPr/>
          <p:nvPr/>
        </p:nvGrpSpPr>
        <p:grpSpPr>
          <a:xfrm>
            <a:off x="5096024" y="4797289"/>
            <a:ext cx="249238" cy="455376"/>
            <a:chOff x="5164957" y="3502759"/>
            <a:chExt cx="249238" cy="455376"/>
          </a:xfrm>
        </p:grpSpPr>
        <p:sp>
          <p:nvSpPr>
            <p:cNvPr id="432" name="타원 431">
              <a:extLst>
                <a:ext uri="{FF2B5EF4-FFF2-40B4-BE49-F238E27FC236}">
                  <a16:creationId xmlns:a16="http://schemas.microsoft.com/office/drawing/2014/main" id="{A3C2AC44-DE0C-BA7A-70DA-E0A930D86C39}"/>
                </a:ext>
              </a:extLst>
            </p:cNvPr>
            <p:cNvSpPr/>
            <p:nvPr/>
          </p:nvSpPr>
          <p:spPr>
            <a:xfrm>
              <a:off x="5177317" y="373361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33" name="Freeform 1">
              <a:extLst>
                <a:ext uri="{FF2B5EF4-FFF2-40B4-BE49-F238E27FC236}">
                  <a16:creationId xmlns:a16="http://schemas.microsoft.com/office/drawing/2014/main" id="{7EF0A7E5-18ED-3474-3B72-927B231388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64957" y="3502759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34" name="그룹 433">
            <a:extLst>
              <a:ext uri="{FF2B5EF4-FFF2-40B4-BE49-F238E27FC236}">
                <a16:creationId xmlns:a16="http://schemas.microsoft.com/office/drawing/2014/main" id="{0AAA6741-EE71-A2EA-6EA0-B2A4E85162AB}"/>
              </a:ext>
            </a:extLst>
          </p:cNvPr>
          <p:cNvGrpSpPr/>
          <p:nvPr/>
        </p:nvGrpSpPr>
        <p:grpSpPr>
          <a:xfrm>
            <a:off x="5731112" y="4797289"/>
            <a:ext cx="249238" cy="455376"/>
            <a:chOff x="5164957" y="3502759"/>
            <a:chExt cx="249238" cy="455376"/>
          </a:xfrm>
        </p:grpSpPr>
        <p:sp>
          <p:nvSpPr>
            <p:cNvPr id="435" name="타원 434">
              <a:extLst>
                <a:ext uri="{FF2B5EF4-FFF2-40B4-BE49-F238E27FC236}">
                  <a16:creationId xmlns:a16="http://schemas.microsoft.com/office/drawing/2014/main" id="{2BBC79E1-438B-6392-3A5B-C62944B576F2}"/>
                </a:ext>
              </a:extLst>
            </p:cNvPr>
            <p:cNvSpPr/>
            <p:nvPr/>
          </p:nvSpPr>
          <p:spPr>
            <a:xfrm>
              <a:off x="5177317" y="373361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36" name="Freeform 1">
              <a:extLst>
                <a:ext uri="{FF2B5EF4-FFF2-40B4-BE49-F238E27FC236}">
                  <a16:creationId xmlns:a16="http://schemas.microsoft.com/office/drawing/2014/main" id="{2E2870EF-D622-E2BB-2B7C-BC8C72F072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64957" y="3502759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946EA27E-4ADA-C545-4C60-5D27A8ED8DA4}"/>
              </a:ext>
            </a:extLst>
          </p:cNvPr>
          <p:cNvGrpSpPr/>
          <p:nvPr/>
        </p:nvGrpSpPr>
        <p:grpSpPr>
          <a:xfrm>
            <a:off x="6366200" y="4797289"/>
            <a:ext cx="249238" cy="455376"/>
            <a:chOff x="5164957" y="3502759"/>
            <a:chExt cx="249238" cy="455376"/>
          </a:xfrm>
        </p:grpSpPr>
        <p:sp>
          <p:nvSpPr>
            <p:cNvPr id="438" name="타원 437">
              <a:extLst>
                <a:ext uri="{FF2B5EF4-FFF2-40B4-BE49-F238E27FC236}">
                  <a16:creationId xmlns:a16="http://schemas.microsoft.com/office/drawing/2014/main" id="{C5A5CD2C-44E0-F67F-64A2-501206DFB1B3}"/>
                </a:ext>
              </a:extLst>
            </p:cNvPr>
            <p:cNvSpPr/>
            <p:nvPr/>
          </p:nvSpPr>
          <p:spPr>
            <a:xfrm>
              <a:off x="5177317" y="373361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39" name="Freeform 1">
              <a:extLst>
                <a:ext uri="{FF2B5EF4-FFF2-40B4-BE49-F238E27FC236}">
                  <a16:creationId xmlns:a16="http://schemas.microsoft.com/office/drawing/2014/main" id="{D5AFEF19-BEB3-BCAF-2AA8-E60CB0E8E8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64957" y="3502759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BCD03E12-B6EF-E782-F46C-FFC4B84D3FC0}"/>
              </a:ext>
            </a:extLst>
          </p:cNvPr>
          <p:cNvGrpSpPr/>
          <p:nvPr/>
        </p:nvGrpSpPr>
        <p:grpSpPr>
          <a:xfrm>
            <a:off x="7001289" y="4797289"/>
            <a:ext cx="249238" cy="455376"/>
            <a:chOff x="5164957" y="3502759"/>
            <a:chExt cx="249238" cy="455376"/>
          </a:xfrm>
        </p:grpSpPr>
        <p:sp>
          <p:nvSpPr>
            <p:cNvPr id="441" name="타원 440">
              <a:extLst>
                <a:ext uri="{FF2B5EF4-FFF2-40B4-BE49-F238E27FC236}">
                  <a16:creationId xmlns:a16="http://schemas.microsoft.com/office/drawing/2014/main" id="{C92D23C5-F1E9-3B8F-62AF-890450C9CEDA}"/>
                </a:ext>
              </a:extLst>
            </p:cNvPr>
            <p:cNvSpPr/>
            <p:nvPr/>
          </p:nvSpPr>
          <p:spPr>
            <a:xfrm>
              <a:off x="5177317" y="373361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42" name="Freeform 1">
              <a:extLst>
                <a:ext uri="{FF2B5EF4-FFF2-40B4-BE49-F238E27FC236}">
                  <a16:creationId xmlns:a16="http://schemas.microsoft.com/office/drawing/2014/main" id="{6762CF49-B3D2-3A56-F2D5-DABFE63CAA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64957" y="3502759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44" name="그룹 443">
            <a:extLst>
              <a:ext uri="{FF2B5EF4-FFF2-40B4-BE49-F238E27FC236}">
                <a16:creationId xmlns:a16="http://schemas.microsoft.com/office/drawing/2014/main" id="{58447BC3-917D-913A-BE16-0E371F5636EB}"/>
              </a:ext>
            </a:extLst>
          </p:cNvPr>
          <p:cNvGrpSpPr/>
          <p:nvPr/>
        </p:nvGrpSpPr>
        <p:grpSpPr>
          <a:xfrm>
            <a:off x="4236686" y="5822157"/>
            <a:ext cx="3240000" cy="561874"/>
            <a:chOff x="1377000" y="3509387"/>
            <a:chExt cx="2706411" cy="445143"/>
          </a:xfrm>
        </p:grpSpPr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D1246B6E-0905-30CD-1487-590A9E7CE417}"/>
                </a:ext>
              </a:extLst>
            </p:cNvPr>
            <p:cNvSpPr/>
            <p:nvPr/>
          </p:nvSpPr>
          <p:spPr>
            <a:xfrm>
              <a:off x="1377000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46" name="직사각형 445">
              <a:extLst>
                <a:ext uri="{FF2B5EF4-FFF2-40B4-BE49-F238E27FC236}">
                  <a16:creationId xmlns:a16="http://schemas.microsoft.com/office/drawing/2014/main" id="{DADBD2B2-C8A9-5326-A09B-279AE859408D}"/>
                </a:ext>
              </a:extLst>
            </p:cNvPr>
            <p:cNvSpPr/>
            <p:nvPr/>
          </p:nvSpPr>
          <p:spPr>
            <a:xfrm>
              <a:off x="1919009" y="3509387"/>
              <a:ext cx="542009" cy="445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47" name="직사각형 446">
              <a:extLst>
                <a:ext uri="{FF2B5EF4-FFF2-40B4-BE49-F238E27FC236}">
                  <a16:creationId xmlns:a16="http://schemas.microsoft.com/office/drawing/2014/main" id="{CCFCC066-5453-5C5A-C71B-EDBC66A5BEC8}"/>
                </a:ext>
              </a:extLst>
            </p:cNvPr>
            <p:cNvSpPr/>
            <p:nvPr/>
          </p:nvSpPr>
          <p:spPr>
            <a:xfrm>
              <a:off x="2461018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48" name="직사각형 447">
              <a:extLst>
                <a:ext uri="{FF2B5EF4-FFF2-40B4-BE49-F238E27FC236}">
                  <a16:creationId xmlns:a16="http://schemas.microsoft.com/office/drawing/2014/main" id="{BB627686-6A3F-2749-9B93-3184F52F14DC}"/>
                </a:ext>
              </a:extLst>
            </p:cNvPr>
            <p:cNvSpPr/>
            <p:nvPr/>
          </p:nvSpPr>
          <p:spPr>
            <a:xfrm>
              <a:off x="3001210" y="3509387"/>
              <a:ext cx="542009" cy="445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49" name="직사각형 448">
              <a:extLst>
                <a:ext uri="{FF2B5EF4-FFF2-40B4-BE49-F238E27FC236}">
                  <a16:creationId xmlns:a16="http://schemas.microsoft.com/office/drawing/2014/main" id="{86A19D6E-27ED-9771-3F74-7257EA09234C}"/>
                </a:ext>
              </a:extLst>
            </p:cNvPr>
            <p:cNvSpPr/>
            <p:nvPr/>
          </p:nvSpPr>
          <p:spPr>
            <a:xfrm>
              <a:off x="3541402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cxnSp>
        <p:nvCxnSpPr>
          <p:cNvPr id="455" name="직선 연결선[R] 454">
            <a:extLst>
              <a:ext uri="{FF2B5EF4-FFF2-40B4-BE49-F238E27FC236}">
                <a16:creationId xmlns:a16="http://schemas.microsoft.com/office/drawing/2014/main" id="{ED523A3A-D9F3-879C-DDEF-523D36468A43}"/>
              </a:ext>
            </a:extLst>
          </p:cNvPr>
          <p:cNvCxnSpPr>
            <a:cxnSpLocks/>
          </p:cNvCxnSpPr>
          <p:nvPr/>
        </p:nvCxnSpPr>
        <p:spPr>
          <a:xfrm flipV="1">
            <a:off x="4883101" y="575597"/>
            <a:ext cx="609134" cy="5246559"/>
          </a:xfrm>
          <a:prstGeom prst="line">
            <a:avLst/>
          </a:prstGeom>
          <a:ln w="3175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직선 연결선[R] 457">
            <a:extLst>
              <a:ext uri="{FF2B5EF4-FFF2-40B4-BE49-F238E27FC236}">
                <a16:creationId xmlns:a16="http://schemas.microsoft.com/office/drawing/2014/main" id="{503A2610-70B1-DEC3-DCC3-731CCE67C7AE}"/>
              </a:ext>
            </a:extLst>
          </p:cNvPr>
          <p:cNvCxnSpPr>
            <a:cxnSpLocks/>
          </p:cNvCxnSpPr>
          <p:nvPr/>
        </p:nvCxnSpPr>
        <p:spPr>
          <a:xfrm flipH="1" flipV="1">
            <a:off x="6221777" y="575598"/>
            <a:ext cx="595636" cy="5246558"/>
          </a:xfrm>
          <a:prstGeom prst="line">
            <a:avLst/>
          </a:prstGeom>
          <a:ln w="3175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직선 연결선[R] 459">
            <a:extLst>
              <a:ext uri="{FF2B5EF4-FFF2-40B4-BE49-F238E27FC236}">
                <a16:creationId xmlns:a16="http://schemas.microsoft.com/office/drawing/2014/main" id="{B894AA07-4648-85A4-CF0D-32DA34D38252}"/>
              </a:ext>
            </a:extLst>
          </p:cNvPr>
          <p:cNvCxnSpPr>
            <a:cxnSpLocks/>
          </p:cNvCxnSpPr>
          <p:nvPr/>
        </p:nvCxnSpPr>
        <p:spPr>
          <a:xfrm flipV="1">
            <a:off x="5529278" y="575598"/>
            <a:ext cx="198710" cy="5246558"/>
          </a:xfrm>
          <a:prstGeom prst="line">
            <a:avLst/>
          </a:prstGeom>
          <a:ln w="3175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직선 연결선[R] 460">
            <a:extLst>
              <a:ext uri="{FF2B5EF4-FFF2-40B4-BE49-F238E27FC236}">
                <a16:creationId xmlns:a16="http://schemas.microsoft.com/office/drawing/2014/main" id="{AE35E0BD-7A1B-200A-B949-B29F5F164B80}"/>
              </a:ext>
            </a:extLst>
          </p:cNvPr>
          <p:cNvCxnSpPr>
            <a:cxnSpLocks/>
          </p:cNvCxnSpPr>
          <p:nvPr/>
        </p:nvCxnSpPr>
        <p:spPr>
          <a:xfrm flipH="1" flipV="1">
            <a:off x="5977699" y="575598"/>
            <a:ext cx="193842" cy="5246558"/>
          </a:xfrm>
          <a:prstGeom prst="line">
            <a:avLst/>
          </a:prstGeom>
          <a:ln w="3175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015FFB46-D356-017E-28CF-DD7E38964FAB}"/>
              </a:ext>
            </a:extLst>
          </p:cNvPr>
          <p:cNvGrpSpPr/>
          <p:nvPr/>
        </p:nvGrpSpPr>
        <p:grpSpPr>
          <a:xfrm>
            <a:off x="5247960" y="13727"/>
            <a:ext cx="1210382" cy="561874"/>
            <a:chOff x="1377000" y="3509387"/>
            <a:chExt cx="2706411" cy="445143"/>
          </a:xfrm>
        </p:grpSpPr>
        <p:sp>
          <p:nvSpPr>
            <p:cNvPr id="475" name="직사각형 474">
              <a:extLst>
                <a:ext uri="{FF2B5EF4-FFF2-40B4-BE49-F238E27FC236}">
                  <a16:creationId xmlns:a16="http://schemas.microsoft.com/office/drawing/2014/main" id="{410037B1-7BBE-90A5-D6E7-3E444DD4C2E6}"/>
                </a:ext>
              </a:extLst>
            </p:cNvPr>
            <p:cNvSpPr/>
            <p:nvPr/>
          </p:nvSpPr>
          <p:spPr>
            <a:xfrm>
              <a:off x="1377000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76" name="직사각형 475">
              <a:extLst>
                <a:ext uri="{FF2B5EF4-FFF2-40B4-BE49-F238E27FC236}">
                  <a16:creationId xmlns:a16="http://schemas.microsoft.com/office/drawing/2014/main" id="{343FF5E4-EDAC-CB14-380E-C409898C1E34}"/>
                </a:ext>
              </a:extLst>
            </p:cNvPr>
            <p:cNvSpPr/>
            <p:nvPr/>
          </p:nvSpPr>
          <p:spPr>
            <a:xfrm>
              <a:off x="1919009" y="3509387"/>
              <a:ext cx="542009" cy="445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77" name="직사각형 476">
              <a:extLst>
                <a:ext uri="{FF2B5EF4-FFF2-40B4-BE49-F238E27FC236}">
                  <a16:creationId xmlns:a16="http://schemas.microsoft.com/office/drawing/2014/main" id="{63E7A66F-923B-9F7B-47A4-5BA5E3EEC76F}"/>
                </a:ext>
              </a:extLst>
            </p:cNvPr>
            <p:cNvSpPr/>
            <p:nvPr/>
          </p:nvSpPr>
          <p:spPr>
            <a:xfrm>
              <a:off x="2461018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78" name="직사각형 477">
              <a:extLst>
                <a:ext uri="{FF2B5EF4-FFF2-40B4-BE49-F238E27FC236}">
                  <a16:creationId xmlns:a16="http://schemas.microsoft.com/office/drawing/2014/main" id="{70FD01B5-7ECD-3EE9-3D4E-8BCE30726A65}"/>
                </a:ext>
              </a:extLst>
            </p:cNvPr>
            <p:cNvSpPr/>
            <p:nvPr/>
          </p:nvSpPr>
          <p:spPr>
            <a:xfrm>
              <a:off x="3001210" y="3509387"/>
              <a:ext cx="542009" cy="445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79" name="직사각형 478">
              <a:extLst>
                <a:ext uri="{FF2B5EF4-FFF2-40B4-BE49-F238E27FC236}">
                  <a16:creationId xmlns:a16="http://schemas.microsoft.com/office/drawing/2014/main" id="{595FFB1C-8A05-55FF-58BF-31CCCF9A9AFC}"/>
                </a:ext>
              </a:extLst>
            </p:cNvPr>
            <p:cNvSpPr/>
            <p:nvPr/>
          </p:nvSpPr>
          <p:spPr>
            <a:xfrm>
              <a:off x="3541402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499" name="그룹 498">
            <a:extLst>
              <a:ext uri="{FF2B5EF4-FFF2-40B4-BE49-F238E27FC236}">
                <a16:creationId xmlns:a16="http://schemas.microsoft.com/office/drawing/2014/main" id="{18BB2A64-5214-00AD-C7B0-C66686615B73}"/>
              </a:ext>
            </a:extLst>
          </p:cNvPr>
          <p:cNvGrpSpPr/>
          <p:nvPr/>
        </p:nvGrpSpPr>
        <p:grpSpPr>
          <a:xfrm>
            <a:off x="5419522" y="1275974"/>
            <a:ext cx="262055" cy="96640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00" name="현 499">
              <a:extLst>
                <a:ext uri="{FF2B5EF4-FFF2-40B4-BE49-F238E27FC236}">
                  <a16:creationId xmlns:a16="http://schemas.microsoft.com/office/drawing/2014/main" id="{F21C1F91-E874-0EC2-504E-76AE5873779D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01" name="타원 500">
              <a:extLst>
                <a:ext uri="{FF2B5EF4-FFF2-40B4-BE49-F238E27FC236}">
                  <a16:creationId xmlns:a16="http://schemas.microsoft.com/office/drawing/2014/main" id="{1FC5348C-89A1-A6EB-9497-FC24E7386841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02" name="자유형 501">
              <a:extLst>
                <a:ext uri="{FF2B5EF4-FFF2-40B4-BE49-F238E27FC236}">
                  <a16:creationId xmlns:a16="http://schemas.microsoft.com/office/drawing/2014/main" id="{28105E53-5172-8FF4-4376-294E8EF07ECC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03" name="현 502">
              <a:extLst>
                <a:ext uri="{FF2B5EF4-FFF2-40B4-BE49-F238E27FC236}">
                  <a16:creationId xmlns:a16="http://schemas.microsoft.com/office/drawing/2014/main" id="{C2B8E562-110A-862E-81FF-9736248BAD0B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EB22236E-118E-D661-84F6-79163E815688}"/>
              </a:ext>
            </a:extLst>
          </p:cNvPr>
          <p:cNvGrpSpPr/>
          <p:nvPr/>
        </p:nvGrpSpPr>
        <p:grpSpPr>
          <a:xfrm>
            <a:off x="5334145" y="1663099"/>
            <a:ext cx="348795" cy="128627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05" name="현 504">
              <a:extLst>
                <a:ext uri="{FF2B5EF4-FFF2-40B4-BE49-F238E27FC236}">
                  <a16:creationId xmlns:a16="http://schemas.microsoft.com/office/drawing/2014/main" id="{8F67321E-A8CE-ECB3-1A5C-4663D0B32894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06" name="타원 505">
              <a:extLst>
                <a:ext uri="{FF2B5EF4-FFF2-40B4-BE49-F238E27FC236}">
                  <a16:creationId xmlns:a16="http://schemas.microsoft.com/office/drawing/2014/main" id="{9426E321-2148-9620-71F6-485D9A473A5B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07" name="자유형 506">
              <a:extLst>
                <a:ext uri="{FF2B5EF4-FFF2-40B4-BE49-F238E27FC236}">
                  <a16:creationId xmlns:a16="http://schemas.microsoft.com/office/drawing/2014/main" id="{338B35CB-BD9B-9B85-08A2-045DCE5B7A14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08" name="현 507">
              <a:extLst>
                <a:ext uri="{FF2B5EF4-FFF2-40B4-BE49-F238E27FC236}">
                  <a16:creationId xmlns:a16="http://schemas.microsoft.com/office/drawing/2014/main" id="{CE5C74C8-C819-A8BA-E03E-54E2FAD09649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09" name="그룹 508">
            <a:extLst>
              <a:ext uri="{FF2B5EF4-FFF2-40B4-BE49-F238E27FC236}">
                <a16:creationId xmlns:a16="http://schemas.microsoft.com/office/drawing/2014/main" id="{A3D62C2E-EF40-9D5E-17B0-C81A8BD00774}"/>
              </a:ext>
            </a:extLst>
          </p:cNvPr>
          <p:cNvGrpSpPr/>
          <p:nvPr/>
        </p:nvGrpSpPr>
        <p:grpSpPr>
          <a:xfrm>
            <a:off x="5690041" y="2182595"/>
            <a:ext cx="348795" cy="128627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10" name="현 509">
              <a:extLst>
                <a:ext uri="{FF2B5EF4-FFF2-40B4-BE49-F238E27FC236}">
                  <a16:creationId xmlns:a16="http://schemas.microsoft.com/office/drawing/2014/main" id="{D439ACDA-62F1-65DB-A5C9-CB0E804F7938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11" name="타원 510">
              <a:extLst>
                <a:ext uri="{FF2B5EF4-FFF2-40B4-BE49-F238E27FC236}">
                  <a16:creationId xmlns:a16="http://schemas.microsoft.com/office/drawing/2014/main" id="{BFDD5471-D04D-F33A-D83E-B63F8B0C46AD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12" name="자유형 511">
              <a:extLst>
                <a:ext uri="{FF2B5EF4-FFF2-40B4-BE49-F238E27FC236}">
                  <a16:creationId xmlns:a16="http://schemas.microsoft.com/office/drawing/2014/main" id="{D84D4ABF-E238-FC55-7788-D18016B5FAFF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13" name="현 512">
              <a:extLst>
                <a:ext uri="{FF2B5EF4-FFF2-40B4-BE49-F238E27FC236}">
                  <a16:creationId xmlns:a16="http://schemas.microsoft.com/office/drawing/2014/main" id="{D4B186E1-61E6-3679-577B-5CBAD14B01E4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14" name="그룹 513">
            <a:extLst>
              <a:ext uri="{FF2B5EF4-FFF2-40B4-BE49-F238E27FC236}">
                <a16:creationId xmlns:a16="http://schemas.microsoft.com/office/drawing/2014/main" id="{AD1B827C-C132-D41F-E434-4CE7437F7CA9}"/>
              </a:ext>
            </a:extLst>
          </p:cNvPr>
          <p:cNvGrpSpPr/>
          <p:nvPr/>
        </p:nvGrpSpPr>
        <p:grpSpPr>
          <a:xfrm>
            <a:off x="5578040" y="4282238"/>
            <a:ext cx="561736" cy="207155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15" name="현 514">
              <a:extLst>
                <a:ext uri="{FF2B5EF4-FFF2-40B4-BE49-F238E27FC236}">
                  <a16:creationId xmlns:a16="http://schemas.microsoft.com/office/drawing/2014/main" id="{74050B9F-503C-772B-63BE-B2834B8E7879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16" name="타원 515">
              <a:extLst>
                <a:ext uri="{FF2B5EF4-FFF2-40B4-BE49-F238E27FC236}">
                  <a16:creationId xmlns:a16="http://schemas.microsoft.com/office/drawing/2014/main" id="{306AF48E-39A6-DC94-E080-6FC4CFB854E8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17" name="자유형 516">
              <a:extLst>
                <a:ext uri="{FF2B5EF4-FFF2-40B4-BE49-F238E27FC236}">
                  <a16:creationId xmlns:a16="http://schemas.microsoft.com/office/drawing/2014/main" id="{76811AFF-546C-FB5F-980A-F94A3ED93CAC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18" name="현 517">
              <a:extLst>
                <a:ext uri="{FF2B5EF4-FFF2-40B4-BE49-F238E27FC236}">
                  <a16:creationId xmlns:a16="http://schemas.microsoft.com/office/drawing/2014/main" id="{C67B13A7-EA55-0859-CC2B-1D375466C340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723622CB-42EC-5B21-9C50-88643DFCC6FD}"/>
              </a:ext>
            </a:extLst>
          </p:cNvPr>
          <p:cNvGrpSpPr/>
          <p:nvPr/>
        </p:nvGrpSpPr>
        <p:grpSpPr>
          <a:xfrm>
            <a:off x="5104171" y="3771149"/>
            <a:ext cx="510669" cy="188323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20" name="현 519">
              <a:extLst>
                <a:ext uri="{FF2B5EF4-FFF2-40B4-BE49-F238E27FC236}">
                  <a16:creationId xmlns:a16="http://schemas.microsoft.com/office/drawing/2014/main" id="{54D2708E-4909-6048-6B53-D12F9FA0FA96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21" name="타원 520">
              <a:extLst>
                <a:ext uri="{FF2B5EF4-FFF2-40B4-BE49-F238E27FC236}">
                  <a16:creationId xmlns:a16="http://schemas.microsoft.com/office/drawing/2014/main" id="{796BBA78-448B-F021-7355-43AA60C9E232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22" name="자유형 521">
              <a:extLst>
                <a:ext uri="{FF2B5EF4-FFF2-40B4-BE49-F238E27FC236}">
                  <a16:creationId xmlns:a16="http://schemas.microsoft.com/office/drawing/2014/main" id="{903C65CC-CDC8-0E9E-2638-A82311A0947B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23" name="현 522">
              <a:extLst>
                <a:ext uri="{FF2B5EF4-FFF2-40B4-BE49-F238E27FC236}">
                  <a16:creationId xmlns:a16="http://schemas.microsoft.com/office/drawing/2014/main" id="{49E39787-C33F-1B48-15BB-8E5029B399E0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24" name="그룹 523">
            <a:extLst>
              <a:ext uri="{FF2B5EF4-FFF2-40B4-BE49-F238E27FC236}">
                <a16:creationId xmlns:a16="http://schemas.microsoft.com/office/drawing/2014/main" id="{E9F8BECA-021C-D59F-A110-35EAA499DB3A}"/>
              </a:ext>
            </a:extLst>
          </p:cNvPr>
          <p:cNvGrpSpPr/>
          <p:nvPr/>
        </p:nvGrpSpPr>
        <p:grpSpPr>
          <a:xfrm>
            <a:off x="5589507" y="3468694"/>
            <a:ext cx="510669" cy="188323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25" name="현 524">
              <a:extLst>
                <a:ext uri="{FF2B5EF4-FFF2-40B4-BE49-F238E27FC236}">
                  <a16:creationId xmlns:a16="http://schemas.microsoft.com/office/drawing/2014/main" id="{262F0A71-4A81-F8DA-FF26-762AA20DB000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26" name="타원 525">
              <a:extLst>
                <a:ext uri="{FF2B5EF4-FFF2-40B4-BE49-F238E27FC236}">
                  <a16:creationId xmlns:a16="http://schemas.microsoft.com/office/drawing/2014/main" id="{C69B0454-8646-ECE2-4F80-A2BEA1E37028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27" name="자유형 526">
              <a:extLst>
                <a:ext uri="{FF2B5EF4-FFF2-40B4-BE49-F238E27FC236}">
                  <a16:creationId xmlns:a16="http://schemas.microsoft.com/office/drawing/2014/main" id="{F3874AC0-93CD-9999-A638-0B54FD56325A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28" name="현 527">
              <a:extLst>
                <a:ext uri="{FF2B5EF4-FFF2-40B4-BE49-F238E27FC236}">
                  <a16:creationId xmlns:a16="http://schemas.microsoft.com/office/drawing/2014/main" id="{CB1EC2D3-A737-C348-E56F-59F535863CFB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29" name="그룹 528">
            <a:extLst>
              <a:ext uri="{FF2B5EF4-FFF2-40B4-BE49-F238E27FC236}">
                <a16:creationId xmlns:a16="http://schemas.microsoft.com/office/drawing/2014/main" id="{2F3B5749-2BE1-7EAA-48BD-293CF8E28A0B}"/>
              </a:ext>
            </a:extLst>
          </p:cNvPr>
          <p:cNvGrpSpPr/>
          <p:nvPr/>
        </p:nvGrpSpPr>
        <p:grpSpPr>
          <a:xfrm>
            <a:off x="5626787" y="3118528"/>
            <a:ext cx="464245" cy="171203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30" name="현 529">
              <a:extLst>
                <a:ext uri="{FF2B5EF4-FFF2-40B4-BE49-F238E27FC236}">
                  <a16:creationId xmlns:a16="http://schemas.microsoft.com/office/drawing/2014/main" id="{AAF4F861-20C0-514C-2D20-CFCF7869A6DF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31" name="타원 530">
              <a:extLst>
                <a:ext uri="{FF2B5EF4-FFF2-40B4-BE49-F238E27FC236}">
                  <a16:creationId xmlns:a16="http://schemas.microsoft.com/office/drawing/2014/main" id="{8ABA1142-DBBF-896F-3273-EA9CABDA6005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32" name="자유형 531">
              <a:extLst>
                <a:ext uri="{FF2B5EF4-FFF2-40B4-BE49-F238E27FC236}">
                  <a16:creationId xmlns:a16="http://schemas.microsoft.com/office/drawing/2014/main" id="{96C14F3D-371B-42C1-0D7F-C645CECCCB15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33" name="현 532">
              <a:extLst>
                <a:ext uri="{FF2B5EF4-FFF2-40B4-BE49-F238E27FC236}">
                  <a16:creationId xmlns:a16="http://schemas.microsoft.com/office/drawing/2014/main" id="{2E102DA2-2F03-CB00-7431-B369E5BAB02F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34" name="그룹 533">
            <a:extLst>
              <a:ext uri="{FF2B5EF4-FFF2-40B4-BE49-F238E27FC236}">
                <a16:creationId xmlns:a16="http://schemas.microsoft.com/office/drawing/2014/main" id="{F8803053-DF6A-64E2-0221-B99CB9AEAEA0}"/>
              </a:ext>
            </a:extLst>
          </p:cNvPr>
          <p:cNvGrpSpPr/>
          <p:nvPr/>
        </p:nvGrpSpPr>
        <p:grpSpPr>
          <a:xfrm>
            <a:off x="6103170" y="2929403"/>
            <a:ext cx="383674" cy="141490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35" name="현 534">
              <a:extLst>
                <a:ext uri="{FF2B5EF4-FFF2-40B4-BE49-F238E27FC236}">
                  <a16:creationId xmlns:a16="http://schemas.microsoft.com/office/drawing/2014/main" id="{2B74D701-FE5A-80A5-F0C3-C47DEE9EA6BD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36" name="타원 535">
              <a:extLst>
                <a:ext uri="{FF2B5EF4-FFF2-40B4-BE49-F238E27FC236}">
                  <a16:creationId xmlns:a16="http://schemas.microsoft.com/office/drawing/2014/main" id="{EE3995C6-9A88-A47A-B708-755B68C002FC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37" name="자유형 536">
              <a:extLst>
                <a:ext uri="{FF2B5EF4-FFF2-40B4-BE49-F238E27FC236}">
                  <a16:creationId xmlns:a16="http://schemas.microsoft.com/office/drawing/2014/main" id="{37598145-3C9A-314F-6CE4-986FBF6D31A4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38" name="현 537">
              <a:extLst>
                <a:ext uri="{FF2B5EF4-FFF2-40B4-BE49-F238E27FC236}">
                  <a16:creationId xmlns:a16="http://schemas.microsoft.com/office/drawing/2014/main" id="{5A121F28-88F3-5807-3756-39A9B9943B3C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39" name="그룹 538">
            <a:extLst>
              <a:ext uri="{FF2B5EF4-FFF2-40B4-BE49-F238E27FC236}">
                <a16:creationId xmlns:a16="http://schemas.microsoft.com/office/drawing/2014/main" id="{80448CEF-306F-6137-6D63-869C585AE637}"/>
              </a:ext>
            </a:extLst>
          </p:cNvPr>
          <p:cNvGrpSpPr/>
          <p:nvPr/>
        </p:nvGrpSpPr>
        <p:grpSpPr>
          <a:xfrm>
            <a:off x="6060967" y="2591778"/>
            <a:ext cx="383674" cy="141490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40" name="현 539">
              <a:extLst>
                <a:ext uri="{FF2B5EF4-FFF2-40B4-BE49-F238E27FC236}">
                  <a16:creationId xmlns:a16="http://schemas.microsoft.com/office/drawing/2014/main" id="{1E222337-F046-E5D8-BC98-14641B368645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41" name="타원 540">
              <a:extLst>
                <a:ext uri="{FF2B5EF4-FFF2-40B4-BE49-F238E27FC236}">
                  <a16:creationId xmlns:a16="http://schemas.microsoft.com/office/drawing/2014/main" id="{8E6FED4F-1F31-5CCF-FD14-01CDEDBDAF6A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42" name="자유형 541">
              <a:extLst>
                <a:ext uri="{FF2B5EF4-FFF2-40B4-BE49-F238E27FC236}">
                  <a16:creationId xmlns:a16="http://schemas.microsoft.com/office/drawing/2014/main" id="{B936A067-EA73-A497-BA65-7BE13F287B76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43" name="현 542">
              <a:extLst>
                <a:ext uri="{FF2B5EF4-FFF2-40B4-BE49-F238E27FC236}">
                  <a16:creationId xmlns:a16="http://schemas.microsoft.com/office/drawing/2014/main" id="{E449AE90-B817-8F10-5D6F-447C2E38411F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44" name="그룹 543">
            <a:extLst>
              <a:ext uri="{FF2B5EF4-FFF2-40B4-BE49-F238E27FC236}">
                <a16:creationId xmlns:a16="http://schemas.microsoft.com/office/drawing/2014/main" id="{1C401B38-2836-87A9-F28C-9D3868F7EB62}"/>
              </a:ext>
            </a:extLst>
          </p:cNvPr>
          <p:cNvGrpSpPr/>
          <p:nvPr/>
        </p:nvGrpSpPr>
        <p:grpSpPr>
          <a:xfrm>
            <a:off x="6408998" y="1986266"/>
            <a:ext cx="348795" cy="128627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45" name="현 544">
              <a:extLst>
                <a:ext uri="{FF2B5EF4-FFF2-40B4-BE49-F238E27FC236}">
                  <a16:creationId xmlns:a16="http://schemas.microsoft.com/office/drawing/2014/main" id="{EF946D44-14FF-EA39-E65C-F6C38BB48C57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46" name="타원 545">
              <a:extLst>
                <a:ext uri="{FF2B5EF4-FFF2-40B4-BE49-F238E27FC236}">
                  <a16:creationId xmlns:a16="http://schemas.microsoft.com/office/drawing/2014/main" id="{4E4F8133-DB59-194D-1565-B7C6E682C6F7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47" name="자유형 546">
              <a:extLst>
                <a:ext uri="{FF2B5EF4-FFF2-40B4-BE49-F238E27FC236}">
                  <a16:creationId xmlns:a16="http://schemas.microsoft.com/office/drawing/2014/main" id="{C31BDC3D-564D-211D-5CC5-57DF9697C6D6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48" name="현 547">
              <a:extLst>
                <a:ext uri="{FF2B5EF4-FFF2-40B4-BE49-F238E27FC236}">
                  <a16:creationId xmlns:a16="http://schemas.microsoft.com/office/drawing/2014/main" id="{09CB55C2-B954-718F-2F71-746C8EBB14AC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49" name="그룹 548">
            <a:extLst>
              <a:ext uri="{FF2B5EF4-FFF2-40B4-BE49-F238E27FC236}">
                <a16:creationId xmlns:a16="http://schemas.microsoft.com/office/drawing/2014/main" id="{64FFA308-4704-05E1-5D8E-6E5671583216}"/>
              </a:ext>
            </a:extLst>
          </p:cNvPr>
          <p:cNvGrpSpPr/>
          <p:nvPr/>
        </p:nvGrpSpPr>
        <p:grpSpPr>
          <a:xfrm>
            <a:off x="6361547" y="1584149"/>
            <a:ext cx="317086" cy="116934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50" name="현 549">
              <a:extLst>
                <a:ext uri="{FF2B5EF4-FFF2-40B4-BE49-F238E27FC236}">
                  <a16:creationId xmlns:a16="http://schemas.microsoft.com/office/drawing/2014/main" id="{7768C227-39D9-D422-95D8-D2691B40583A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51" name="타원 550">
              <a:extLst>
                <a:ext uri="{FF2B5EF4-FFF2-40B4-BE49-F238E27FC236}">
                  <a16:creationId xmlns:a16="http://schemas.microsoft.com/office/drawing/2014/main" id="{CF7061EF-2DD9-4E35-7EE1-850C211CA2CD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52" name="자유형 551">
              <a:extLst>
                <a:ext uri="{FF2B5EF4-FFF2-40B4-BE49-F238E27FC236}">
                  <a16:creationId xmlns:a16="http://schemas.microsoft.com/office/drawing/2014/main" id="{79DF8032-3309-B6E3-EEFD-152B38D8100F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53" name="현 552">
              <a:extLst>
                <a:ext uri="{FF2B5EF4-FFF2-40B4-BE49-F238E27FC236}">
                  <a16:creationId xmlns:a16="http://schemas.microsoft.com/office/drawing/2014/main" id="{967F5800-EF1A-4331-D0BE-66E29AB49586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54" name="그룹 553">
            <a:extLst>
              <a:ext uri="{FF2B5EF4-FFF2-40B4-BE49-F238E27FC236}">
                <a16:creationId xmlns:a16="http://schemas.microsoft.com/office/drawing/2014/main" id="{713FF000-B80C-4547-4EAE-A0CB3B6C55AF}"/>
              </a:ext>
            </a:extLst>
          </p:cNvPr>
          <p:cNvGrpSpPr/>
          <p:nvPr/>
        </p:nvGrpSpPr>
        <p:grpSpPr>
          <a:xfrm>
            <a:off x="6290588" y="1010487"/>
            <a:ext cx="262055" cy="96640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55" name="현 554">
              <a:extLst>
                <a:ext uri="{FF2B5EF4-FFF2-40B4-BE49-F238E27FC236}">
                  <a16:creationId xmlns:a16="http://schemas.microsoft.com/office/drawing/2014/main" id="{5FEDD3B7-CB04-2DE6-3D91-BA2A1ED4FBB1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56" name="타원 555">
              <a:extLst>
                <a:ext uri="{FF2B5EF4-FFF2-40B4-BE49-F238E27FC236}">
                  <a16:creationId xmlns:a16="http://schemas.microsoft.com/office/drawing/2014/main" id="{FA2CF16F-3E0A-4FE5-4B96-BF83247BA747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57" name="자유형 556">
              <a:extLst>
                <a:ext uri="{FF2B5EF4-FFF2-40B4-BE49-F238E27FC236}">
                  <a16:creationId xmlns:a16="http://schemas.microsoft.com/office/drawing/2014/main" id="{2C85E085-A4F4-3F00-B4DD-732C741F623B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58" name="현 557">
              <a:extLst>
                <a:ext uri="{FF2B5EF4-FFF2-40B4-BE49-F238E27FC236}">
                  <a16:creationId xmlns:a16="http://schemas.microsoft.com/office/drawing/2014/main" id="{5DE92AE1-7056-66A0-CAB5-CBDFC00C81AC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59" name="그룹 558">
            <a:extLst>
              <a:ext uri="{FF2B5EF4-FFF2-40B4-BE49-F238E27FC236}">
                <a16:creationId xmlns:a16="http://schemas.microsoft.com/office/drawing/2014/main" id="{5AD778CB-ABB7-4F3F-98A8-66875742465B}"/>
              </a:ext>
            </a:extLst>
          </p:cNvPr>
          <p:cNvGrpSpPr/>
          <p:nvPr/>
        </p:nvGrpSpPr>
        <p:grpSpPr>
          <a:xfrm>
            <a:off x="6017233" y="1139299"/>
            <a:ext cx="288261" cy="106304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60" name="현 559">
              <a:extLst>
                <a:ext uri="{FF2B5EF4-FFF2-40B4-BE49-F238E27FC236}">
                  <a16:creationId xmlns:a16="http://schemas.microsoft.com/office/drawing/2014/main" id="{6EFDA051-1B5E-CAB3-D065-ABFF821963FB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61" name="타원 560">
              <a:extLst>
                <a:ext uri="{FF2B5EF4-FFF2-40B4-BE49-F238E27FC236}">
                  <a16:creationId xmlns:a16="http://schemas.microsoft.com/office/drawing/2014/main" id="{5F732739-2095-C227-FC5A-498D61F4A617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62" name="자유형 561">
              <a:extLst>
                <a:ext uri="{FF2B5EF4-FFF2-40B4-BE49-F238E27FC236}">
                  <a16:creationId xmlns:a16="http://schemas.microsoft.com/office/drawing/2014/main" id="{EAFDF0DC-78DE-C99D-3041-677C1F43196F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63" name="현 562">
              <a:extLst>
                <a:ext uri="{FF2B5EF4-FFF2-40B4-BE49-F238E27FC236}">
                  <a16:creationId xmlns:a16="http://schemas.microsoft.com/office/drawing/2014/main" id="{1A8827D7-C6A1-F2E2-DC69-6F3DB7B8E757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64" name="그룹 563">
            <a:extLst>
              <a:ext uri="{FF2B5EF4-FFF2-40B4-BE49-F238E27FC236}">
                <a16:creationId xmlns:a16="http://schemas.microsoft.com/office/drawing/2014/main" id="{F4F3FF35-2BC4-407C-FA4A-999B92707070}"/>
              </a:ext>
            </a:extLst>
          </p:cNvPr>
          <p:cNvGrpSpPr/>
          <p:nvPr/>
        </p:nvGrpSpPr>
        <p:grpSpPr>
          <a:xfrm>
            <a:off x="6588314" y="3679709"/>
            <a:ext cx="510669" cy="188323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565" name="현 564">
              <a:extLst>
                <a:ext uri="{FF2B5EF4-FFF2-40B4-BE49-F238E27FC236}">
                  <a16:creationId xmlns:a16="http://schemas.microsoft.com/office/drawing/2014/main" id="{43AA25FE-F928-9361-6699-524A50F0EDEE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66" name="타원 565">
              <a:extLst>
                <a:ext uri="{FF2B5EF4-FFF2-40B4-BE49-F238E27FC236}">
                  <a16:creationId xmlns:a16="http://schemas.microsoft.com/office/drawing/2014/main" id="{4FA9B23D-D0BC-2330-A93D-AE8137F1B635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67" name="자유형 566">
              <a:extLst>
                <a:ext uri="{FF2B5EF4-FFF2-40B4-BE49-F238E27FC236}">
                  <a16:creationId xmlns:a16="http://schemas.microsoft.com/office/drawing/2014/main" id="{78B38F0F-3228-279B-C7C9-54D7451063E7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68" name="현 567">
              <a:extLst>
                <a:ext uri="{FF2B5EF4-FFF2-40B4-BE49-F238E27FC236}">
                  <a16:creationId xmlns:a16="http://schemas.microsoft.com/office/drawing/2014/main" id="{2AD75E17-65BF-2367-A710-779C26BA575D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86" name="그룹 585">
            <a:extLst>
              <a:ext uri="{FF2B5EF4-FFF2-40B4-BE49-F238E27FC236}">
                <a16:creationId xmlns:a16="http://schemas.microsoft.com/office/drawing/2014/main" id="{B4C4743D-5BFF-397F-D25F-98AA5E6353DC}"/>
              </a:ext>
            </a:extLst>
          </p:cNvPr>
          <p:cNvGrpSpPr/>
          <p:nvPr/>
        </p:nvGrpSpPr>
        <p:grpSpPr>
          <a:xfrm>
            <a:off x="3999711" y="887471"/>
            <a:ext cx="3742421" cy="4276582"/>
            <a:chOff x="3999711" y="887471"/>
            <a:chExt cx="3742421" cy="4276582"/>
          </a:xfrm>
        </p:grpSpPr>
        <p:cxnSp>
          <p:nvCxnSpPr>
            <p:cNvPr id="570" name="직선 연결선[R] 569">
              <a:extLst>
                <a:ext uri="{FF2B5EF4-FFF2-40B4-BE49-F238E27FC236}">
                  <a16:creationId xmlns:a16="http://schemas.microsoft.com/office/drawing/2014/main" id="{AB3D5125-038E-6A58-3D44-8C2AC05C2867}"/>
                </a:ext>
              </a:extLst>
            </p:cNvPr>
            <p:cNvCxnSpPr/>
            <p:nvPr/>
          </p:nvCxnSpPr>
          <p:spPr>
            <a:xfrm>
              <a:off x="3999711" y="5164053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직선 연결선[R] 570">
              <a:extLst>
                <a:ext uri="{FF2B5EF4-FFF2-40B4-BE49-F238E27FC236}">
                  <a16:creationId xmlns:a16="http://schemas.microsoft.com/office/drawing/2014/main" id="{CAD31876-9555-48D4-D093-EE8610CD9A2A}"/>
                </a:ext>
              </a:extLst>
            </p:cNvPr>
            <p:cNvCxnSpPr/>
            <p:nvPr/>
          </p:nvCxnSpPr>
          <p:spPr>
            <a:xfrm>
              <a:off x="3999711" y="4875665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직선 연결선[R] 571">
              <a:extLst>
                <a:ext uri="{FF2B5EF4-FFF2-40B4-BE49-F238E27FC236}">
                  <a16:creationId xmlns:a16="http://schemas.microsoft.com/office/drawing/2014/main" id="{10737B41-0527-1828-C93D-907E1B09B85E}"/>
                </a:ext>
              </a:extLst>
            </p:cNvPr>
            <p:cNvCxnSpPr/>
            <p:nvPr/>
          </p:nvCxnSpPr>
          <p:spPr>
            <a:xfrm>
              <a:off x="3999711" y="4601345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직선 연결선[R] 572">
              <a:extLst>
                <a:ext uri="{FF2B5EF4-FFF2-40B4-BE49-F238E27FC236}">
                  <a16:creationId xmlns:a16="http://schemas.microsoft.com/office/drawing/2014/main" id="{DFE95C7B-1918-7AD4-376C-37B3D0F8ACD6}"/>
                </a:ext>
              </a:extLst>
            </p:cNvPr>
            <p:cNvCxnSpPr/>
            <p:nvPr/>
          </p:nvCxnSpPr>
          <p:spPr>
            <a:xfrm>
              <a:off x="3999711" y="4305923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직선 연결선[R] 573">
              <a:extLst>
                <a:ext uri="{FF2B5EF4-FFF2-40B4-BE49-F238E27FC236}">
                  <a16:creationId xmlns:a16="http://schemas.microsoft.com/office/drawing/2014/main" id="{A8380F8A-D943-6329-BA5B-5EDE57FF507B}"/>
                </a:ext>
              </a:extLst>
            </p:cNvPr>
            <p:cNvCxnSpPr/>
            <p:nvPr/>
          </p:nvCxnSpPr>
          <p:spPr>
            <a:xfrm>
              <a:off x="3999711" y="4010501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직선 연결선[R] 574">
              <a:extLst>
                <a:ext uri="{FF2B5EF4-FFF2-40B4-BE49-F238E27FC236}">
                  <a16:creationId xmlns:a16="http://schemas.microsoft.com/office/drawing/2014/main" id="{E10278E6-A96B-4EC2-6C82-A94DC9492FB7}"/>
                </a:ext>
              </a:extLst>
            </p:cNvPr>
            <p:cNvCxnSpPr/>
            <p:nvPr/>
          </p:nvCxnSpPr>
          <p:spPr>
            <a:xfrm>
              <a:off x="3999711" y="3722113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직선 연결선[R] 575">
              <a:extLst>
                <a:ext uri="{FF2B5EF4-FFF2-40B4-BE49-F238E27FC236}">
                  <a16:creationId xmlns:a16="http://schemas.microsoft.com/office/drawing/2014/main" id="{A7FDE2A1-76D4-08F9-1F2B-117D5B95B3CA}"/>
                </a:ext>
              </a:extLst>
            </p:cNvPr>
            <p:cNvCxnSpPr/>
            <p:nvPr/>
          </p:nvCxnSpPr>
          <p:spPr>
            <a:xfrm>
              <a:off x="3999711" y="3433725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직선 연결선[R] 576">
              <a:extLst>
                <a:ext uri="{FF2B5EF4-FFF2-40B4-BE49-F238E27FC236}">
                  <a16:creationId xmlns:a16="http://schemas.microsoft.com/office/drawing/2014/main" id="{D050D3D8-7008-C613-2124-D799F0731FD5}"/>
                </a:ext>
              </a:extLst>
            </p:cNvPr>
            <p:cNvCxnSpPr/>
            <p:nvPr/>
          </p:nvCxnSpPr>
          <p:spPr>
            <a:xfrm>
              <a:off x="3999711" y="3145337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직선 연결선[R] 577">
              <a:extLst>
                <a:ext uri="{FF2B5EF4-FFF2-40B4-BE49-F238E27FC236}">
                  <a16:creationId xmlns:a16="http://schemas.microsoft.com/office/drawing/2014/main" id="{6B1274E4-507E-20F0-8028-499E3018CA3E}"/>
                </a:ext>
              </a:extLst>
            </p:cNvPr>
            <p:cNvCxnSpPr/>
            <p:nvPr/>
          </p:nvCxnSpPr>
          <p:spPr>
            <a:xfrm>
              <a:off x="3999711" y="2856949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직선 연결선[R] 578">
              <a:extLst>
                <a:ext uri="{FF2B5EF4-FFF2-40B4-BE49-F238E27FC236}">
                  <a16:creationId xmlns:a16="http://schemas.microsoft.com/office/drawing/2014/main" id="{69D4B104-49DC-7EA4-9FAD-3D0B1FC6198F}"/>
                </a:ext>
              </a:extLst>
            </p:cNvPr>
            <p:cNvCxnSpPr/>
            <p:nvPr/>
          </p:nvCxnSpPr>
          <p:spPr>
            <a:xfrm>
              <a:off x="3999711" y="2568561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직선 연결선[R] 579">
              <a:extLst>
                <a:ext uri="{FF2B5EF4-FFF2-40B4-BE49-F238E27FC236}">
                  <a16:creationId xmlns:a16="http://schemas.microsoft.com/office/drawing/2014/main" id="{390C8A04-221C-4FC8-1078-8AC8E9240D9D}"/>
                </a:ext>
              </a:extLst>
            </p:cNvPr>
            <p:cNvCxnSpPr/>
            <p:nvPr/>
          </p:nvCxnSpPr>
          <p:spPr>
            <a:xfrm>
              <a:off x="3999711" y="2280173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직선 연결선[R] 580">
              <a:extLst>
                <a:ext uri="{FF2B5EF4-FFF2-40B4-BE49-F238E27FC236}">
                  <a16:creationId xmlns:a16="http://schemas.microsoft.com/office/drawing/2014/main" id="{C2465A89-5C16-46E9-9A96-2381096557C1}"/>
                </a:ext>
              </a:extLst>
            </p:cNvPr>
            <p:cNvCxnSpPr/>
            <p:nvPr/>
          </p:nvCxnSpPr>
          <p:spPr>
            <a:xfrm>
              <a:off x="3999711" y="1991785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직선 연결선[R] 581">
              <a:extLst>
                <a:ext uri="{FF2B5EF4-FFF2-40B4-BE49-F238E27FC236}">
                  <a16:creationId xmlns:a16="http://schemas.microsoft.com/office/drawing/2014/main" id="{08A7311A-B2A2-A0DF-8526-FF165A5B3362}"/>
                </a:ext>
              </a:extLst>
            </p:cNvPr>
            <p:cNvCxnSpPr/>
            <p:nvPr/>
          </p:nvCxnSpPr>
          <p:spPr>
            <a:xfrm>
              <a:off x="3999711" y="1703397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직선 연결선[R] 582">
              <a:extLst>
                <a:ext uri="{FF2B5EF4-FFF2-40B4-BE49-F238E27FC236}">
                  <a16:creationId xmlns:a16="http://schemas.microsoft.com/office/drawing/2014/main" id="{4A8CFD3F-E56F-4AA6-B5F9-7FA9B1903820}"/>
                </a:ext>
              </a:extLst>
            </p:cNvPr>
            <p:cNvCxnSpPr/>
            <p:nvPr/>
          </p:nvCxnSpPr>
          <p:spPr>
            <a:xfrm>
              <a:off x="3999711" y="1415009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직선 연결선[R] 583">
              <a:extLst>
                <a:ext uri="{FF2B5EF4-FFF2-40B4-BE49-F238E27FC236}">
                  <a16:creationId xmlns:a16="http://schemas.microsoft.com/office/drawing/2014/main" id="{296983FF-0CAD-CEC1-740D-54238FC6FA9E}"/>
                </a:ext>
              </a:extLst>
            </p:cNvPr>
            <p:cNvCxnSpPr/>
            <p:nvPr/>
          </p:nvCxnSpPr>
          <p:spPr>
            <a:xfrm>
              <a:off x="3999711" y="1126621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직선 연결선[R] 584">
              <a:extLst>
                <a:ext uri="{FF2B5EF4-FFF2-40B4-BE49-F238E27FC236}">
                  <a16:creationId xmlns:a16="http://schemas.microsoft.com/office/drawing/2014/main" id="{7104E988-A62B-4A49-17A9-29C99B1AF679}"/>
                </a:ext>
              </a:extLst>
            </p:cNvPr>
            <p:cNvCxnSpPr/>
            <p:nvPr/>
          </p:nvCxnSpPr>
          <p:spPr>
            <a:xfrm>
              <a:off x="3999711" y="887471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직선 연결선[R] 586">
              <a:extLst>
                <a:ext uri="{FF2B5EF4-FFF2-40B4-BE49-F238E27FC236}">
                  <a16:creationId xmlns:a16="http://schemas.microsoft.com/office/drawing/2014/main" id="{2D79F43A-142A-A998-9E68-BD2DED01AD3E}"/>
                </a:ext>
              </a:extLst>
            </p:cNvPr>
            <p:cNvCxnSpPr/>
            <p:nvPr/>
          </p:nvCxnSpPr>
          <p:spPr>
            <a:xfrm>
              <a:off x="3999711" y="992979"/>
              <a:ext cx="3742421" cy="0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8062CF1C-372D-8848-5668-21EA5F0F0A52}"/>
              </a:ext>
            </a:extLst>
          </p:cNvPr>
          <p:cNvSpPr/>
          <p:nvPr/>
        </p:nvSpPr>
        <p:spPr>
          <a:xfrm>
            <a:off x="317818" y="5094691"/>
            <a:ext cx="1378363" cy="4962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배틀</a:t>
            </a:r>
            <a:endParaRPr kumimoji="1" lang="ko-Kore-KR" altLang="en-US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47">
            <a:extLst>
              <a:ext uri="{FF2B5EF4-FFF2-40B4-BE49-F238E27FC236}">
                <a16:creationId xmlns:a16="http://schemas.microsoft.com/office/drawing/2014/main" id="{377329CD-4D3B-1810-7316-15D04A14FE00}"/>
              </a:ext>
            </a:extLst>
          </p:cNvPr>
          <p:cNvSpPr/>
          <p:nvPr/>
        </p:nvSpPr>
        <p:spPr>
          <a:xfrm>
            <a:off x="1928760" y="5091603"/>
            <a:ext cx="1295565" cy="48897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chemeClr val="tx1"/>
                </a:solidFill>
              </a:rPr>
              <a:t>아케이드</a:t>
            </a:r>
            <a:endParaRPr kumimoji="1" lang="ko-Kore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63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C0D27F-5377-ACE3-BC60-C4DFF3B3D828}"/>
              </a:ext>
            </a:extLst>
          </p:cNvPr>
          <p:cNvSpPr/>
          <p:nvPr/>
        </p:nvSpPr>
        <p:spPr>
          <a:xfrm>
            <a:off x="293993" y="576562"/>
            <a:ext cx="5750874" cy="3240000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+mn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0E39343-5C36-754D-912E-7D014F1C1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Lobby</a:t>
            </a:r>
            <a:endParaRPr lang="ko-Kore-KR" altLang="en-US" dirty="0">
              <a:latin typeface="+mn-ea"/>
              <a:ea typeface="+mn-ea"/>
            </a:endParaRPr>
          </a:p>
        </p:txBody>
      </p:sp>
      <p:graphicFrame>
        <p:nvGraphicFramePr>
          <p:cNvPr id="4" name="Google Shape;912;p23">
            <a:extLst>
              <a:ext uri="{FF2B5EF4-FFF2-40B4-BE49-F238E27FC236}">
                <a16:creationId xmlns:a16="http://schemas.microsoft.com/office/drawing/2014/main" id="{88B0AC8B-7F75-2F42-8C9D-4E789813F3EE}"/>
              </a:ext>
            </a:extLst>
          </p:cNvPr>
          <p:cNvGraphicFramePr/>
          <p:nvPr/>
        </p:nvGraphicFramePr>
        <p:xfrm>
          <a:off x="9169566" y="375060"/>
          <a:ext cx="3024000" cy="17788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※</a:t>
                      </a:r>
                      <a:endParaRPr sz="700" b="1" i="0" u="none" strike="noStrike" cap="none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318502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1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2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68971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3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155254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4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556179"/>
                  </a:ext>
                </a:extLst>
              </a:tr>
              <a:tr h="257869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5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943305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6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63827"/>
                  </a:ext>
                </a:extLst>
              </a:tr>
              <a:tr h="217281">
                <a:tc>
                  <a:txBody>
                    <a:bodyPr/>
                    <a:lstStyle/>
                    <a:p>
                      <a:pPr marL="39688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/>
                          <a:sym typeface="Calibri"/>
                        </a:rPr>
                        <a:t>7</a:t>
                      </a:r>
                      <a:endParaRPr sz="700" b="1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endParaRPr lang="en-US" altLang="ko-KR" sz="700" b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35791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39034090-9A6A-EE40-9A71-125F4384DE2E}"/>
              </a:ext>
            </a:extLst>
          </p:cNvPr>
          <p:cNvSpPr/>
          <p:nvPr/>
        </p:nvSpPr>
        <p:spPr>
          <a:xfrm>
            <a:off x="4079776" y="0"/>
            <a:ext cx="2016224" cy="37506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kumimoji="1" lang="en-US" altLang="ko-Kore-KR" sz="800" b="1" dirty="0">
                <a:solidFill>
                  <a:schemeClr val="tx1"/>
                </a:solidFill>
                <a:latin typeface="+mn-ea"/>
              </a:rPr>
              <a:t>LOBY-0</a:t>
            </a:r>
            <a:r>
              <a:rPr kumimoji="1" lang="en-US" altLang="ko-KR" sz="800" b="1" dirty="0">
                <a:solidFill>
                  <a:schemeClr val="tx1"/>
                </a:solidFill>
                <a:latin typeface="+mn-ea"/>
              </a:rPr>
              <a:t>01</a:t>
            </a:r>
            <a:endParaRPr kumimoji="1" lang="ko-Kore-KR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026D10-F768-B9B7-3BD9-9498AD72CD41}"/>
              </a:ext>
            </a:extLst>
          </p:cNvPr>
          <p:cNvSpPr/>
          <p:nvPr/>
        </p:nvSpPr>
        <p:spPr>
          <a:xfrm>
            <a:off x="284867" y="576562"/>
            <a:ext cx="5760000" cy="32400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2E35E4B-8302-0246-20E4-1C63A272AA77}"/>
              </a:ext>
            </a:extLst>
          </p:cNvPr>
          <p:cNvGrpSpPr/>
          <p:nvPr/>
        </p:nvGrpSpPr>
        <p:grpSpPr>
          <a:xfrm>
            <a:off x="146870" y="2196562"/>
            <a:ext cx="2464225" cy="1880918"/>
            <a:chOff x="824764" y="2282907"/>
            <a:chExt cx="2464225" cy="188091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BF5409D-D913-D148-DF83-73EBA580296D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65F5E14-6571-818D-BD04-66A4F11BF355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A636B7A-3770-564A-D796-222A88576EAE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1BC9A30-6827-CE4A-9BF8-59837531B3EE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03DE8197-8017-896E-D1C0-2B0E6506BB43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6A59982-4CE8-6396-F162-5E96D193B4E0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7AB9DE2-937D-F94A-1029-7B66F38A3290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3BCCACE-65F5-DF70-85EC-FDC5EF4F1EA6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26DBF90-2EA8-7397-F899-52ACE5DB0A37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6" name="Freeform 1">
              <a:extLst>
                <a:ext uri="{FF2B5EF4-FFF2-40B4-BE49-F238E27FC236}">
                  <a16:creationId xmlns:a16="http://schemas.microsoft.com/office/drawing/2014/main" id="{BE134C7C-8165-C4F9-A4DB-80F7660D7A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 1">
              <a:extLst>
                <a:ext uri="{FF2B5EF4-FFF2-40B4-BE49-F238E27FC236}">
                  <a16:creationId xmlns:a16="http://schemas.microsoft.com/office/drawing/2014/main" id="{EC5EED9A-5F0F-F2C3-E062-5717A8A034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 1">
              <a:extLst>
                <a:ext uri="{FF2B5EF4-FFF2-40B4-BE49-F238E27FC236}">
                  <a16:creationId xmlns:a16="http://schemas.microsoft.com/office/drawing/2014/main" id="{4248D5D9-B61D-720D-4AA8-273255405E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 1">
              <a:extLst>
                <a:ext uri="{FF2B5EF4-FFF2-40B4-BE49-F238E27FC236}">
                  <a16:creationId xmlns:a16="http://schemas.microsoft.com/office/drawing/2014/main" id="{C9D17674-4222-1408-3639-92B768353E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20" name="Freeform 1">
              <a:extLst>
                <a:ext uri="{FF2B5EF4-FFF2-40B4-BE49-F238E27FC236}">
                  <a16:creationId xmlns:a16="http://schemas.microsoft.com/office/drawing/2014/main" id="{BDA65C47-7012-1C53-B162-90736F919B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 1">
              <a:extLst>
                <a:ext uri="{FF2B5EF4-FFF2-40B4-BE49-F238E27FC236}">
                  <a16:creationId xmlns:a16="http://schemas.microsoft.com/office/drawing/2014/main" id="{7CC431C1-F94C-C20A-0BE7-61814DBACD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 1">
              <a:extLst>
                <a:ext uri="{FF2B5EF4-FFF2-40B4-BE49-F238E27FC236}">
                  <a16:creationId xmlns:a16="http://schemas.microsoft.com/office/drawing/2014/main" id="{DF762E61-49F0-3146-399E-5A20645BD9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5126AC5-9128-B882-2869-84B0B15AD28F}"/>
              </a:ext>
            </a:extLst>
          </p:cNvPr>
          <p:cNvGrpSpPr/>
          <p:nvPr/>
        </p:nvGrpSpPr>
        <p:grpSpPr>
          <a:xfrm>
            <a:off x="3575370" y="453344"/>
            <a:ext cx="2464225" cy="1880918"/>
            <a:chOff x="824764" y="2282907"/>
            <a:chExt cx="2464225" cy="1880918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76064315-7AC3-146F-D32D-33BE1B030BDE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F4B4670-D3A3-6F8D-BBA7-B8EBA0D03F84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55C3B45-27E8-49AB-FCCB-9779A49DA955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1F6C33E-E23F-57FB-FEB4-C6B3C86820B2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983189BA-EA0D-1EF7-08DA-31875EC2573B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319A3DE9-BE9F-B912-D48E-6BBD6BCCBF4B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A35E48C-C2C6-F9D4-5389-3C40FE6FD32A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34D125A8-96A5-AA5A-3418-5A3A7327B020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FF7DE513-AC9B-9E9F-02DE-3EC177EAF758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" name="Freeform 1">
              <a:extLst>
                <a:ext uri="{FF2B5EF4-FFF2-40B4-BE49-F238E27FC236}">
                  <a16:creationId xmlns:a16="http://schemas.microsoft.com/office/drawing/2014/main" id="{50F00B65-7060-317A-2E2D-2BC5E6DDE0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6" name="Freeform 1">
              <a:extLst>
                <a:ext uri="{FF2B5EF4-FFF2-40B4-BE49-F238E27FC236}">
                  <a16:creationId xmlns:a16="http://schemas.microsoft.com/office/drawing/2014/main" id="{F0AC9C4B-8619-991A-8714-A5A8EF9BE8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7" name="Freeform 1">
              <a:extLst>
                <a:ext uri="{FF2B5EF4-FFF2-40B4-BE49-F238E27FC236}">
                  <a16:creationId xmlns:a16="http://schemas.microsoft.com/office/drawing/2014/main" id="{E6419E86-A203-1FDC-2425-9B79DEA400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8" name="Freeform 1">
              <a:extLst>
                <a:ext uri="{FF2B5EF4-FFF2-40B4-BE49-F238E27FC236}">
                  <a16:creationId xmlns:a16="http://schemas.microsoft.com/office/drawing/2014/main" id="{563F8504-69A0-71A0-996D-B20540C631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9" name="Freeform 1">
              <a:extLst>
                <a:ext uri="{FF2B5EF4-FFF2-40B4-BE49-F238E27FC236}">
                  <a16:creationId xmlns:a16="http://schemas.microsoft.com/office/drawing/2014/main" id="{FCA6F7BC-C6BD-7473-9448-7A6D78F43B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40" name="Freeform 1">
              <a:extLst>
                <a:ext uri="{FF2B5EF4-FFF2-40B4-BE49-F238E27FC236}">
                  <a16:creationId xmlns:a16="http://schemas.microsoft.com/office/drawing/2014/main" id="{561AD2A6-6DC5-B747-C3DD-D5C934FDAD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41" name="Freeform 1">
              <a:extLst>
                <a:ext uri="{FF2B5EF4-FFF2-40B4-BE49-F238E27FC236}">
                  <a16:creationId xmlns:a16="http://schemas.microsoft.com/office/drawing/2014/main" id="{A2EDCE3F-F7E9-06F9-5444-21AF6E11E7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7D8E5AE-17B4-7587-D737-B03C902A7893}"/>
              </a:ext>
            </a:extLst>
          </p:cNvPr>
          <p:cNvGrpSpPr/>
          <p:nvPr/>
        </p:nvGrpSpPr>
        <p:grpSpPr>
          <a:xfrm>
            <a:off x="3466806" y="3095918"/>
            <a:ext cx="2457718" cy="555275"/>
            <a:chOff x="4636938" y="3654984"/>
            <a:chExt cx="2457718" cy="555275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0E8F318F-9F05-E5FF-F05C-3485E2F7646C}"/>
                </a:ext>
              </a:extLst>
            </p:cNvPr>
            <p:cNvSpPr/>
            <p:nvPr/>
          </p:nvSpPr>
          <p:spPr>
            <a:xfrm>
              <a:off x="4636938" y="3654984"/>
              <a:ext cx="2457718" cy="55527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1E94CF8-4FA0-64E0-5AB5-F329023587D1}"/>
                </a:ext>
              </a:extLst>
            </p:cNvPr>
            <p:cNvSpPr txBox="1"/>
            <p:nvPr/>
          </p:nvSpPr>
          <p:spPr>
            <a:xfrm>
              <a:off x="4779638" y="3722360"/>
              <a:ext cx="585097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kumimoji="1" lang="en-US" altLang="ko-Kore-KR" sz="900" b="1" dirty="0"/>
                <a:t>Gesut4565</a:t>
              </a:r>
              <a:endParaRPr kumimoji="1" lang="ko-Kore-KR" altLang="en-US" sz="9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4F714E6-BD20-EB1E-6D41-B5DFD9C2B127}"/>
                </a:ext>
              </a:extLst>
            </p:cNvPr>
            <p:cNvSpPr txBox="1"/>
            <p:nvPr/>
          </p:nvSpPr>
          <p:spPr>
            <a:xfrm>
              <a:off x="6220264" y="3722360"/>
              <a:ext cx="203582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kumimoji="1" lang="en-US" altLang="ko-Kore-KR" sz="900" b="1" dirty="0"/>
                <a:t>LV5</a:t>
              </a:r>
              <a:endParaRPr kumimoji="1" lang="ko-Kore-KR" altLang="en-US" sz="900" b="1" dirty="0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E8721867-B1B0-C39F-FE9C-5D153CB89ADA}"/>
                </a:ext>
              </a:extLst>
            </p:cNvPr>
            <p:cNvGrpSpPr/>
            <p:nvPr/>
          </p:nvGrpSpPr>
          <p:grpSpPr>
            <a:xfrm>
              <a:off x="4779638" y="3970706"/>
              <a:ext cx="2115898" cy="102865"/>
              <a:chOff x="8740235" y="3368381"/>
              <a:chExt cx="2808000" cy="89026"/>
            </a:xfrm>
          </p:grpSpPr>
          <p:sp>
            <p:nvSpPr>
              <p:cNvPr id="57" name="모서리가 둥근 직사각형 171">
                <a:extLst>
                  <a:ext uri="{FF2B5EF4-FFF2-40B4-BE49-F238E27FC236}">
                    <a16:creationId xmlns:a16="http://schemas.microsoft.com/office/drawing/2014/main" id="{D5050115-7B3E-FB07-07D4-EF61C241C92F}"/>
                  </a:ext>
                </a:extLst>
              </p:cNvPr>
              <p:cNvSpPr/>
              <p:nvPr/>
            </p:nvSpPr>
            <p:spPr>
              <a:xfrm>
                <a:off x="8740235" y="3368381"/>
                <a:ext cx="2109692" cy="8902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49FA01"/>
                  </a:gs>
                  <a:gs pos="100000">
                    <a:srgbClr val="0B4FF6"/>
                  </a:gs>
                </a:gsLst>
                <a:lin ang="0" scaled="1"/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58" name="모서리가 둥근 직사각형 172">
                <a:extLst>
                  <a:ext uri="{FF2B5EF4-FFF2-40B4-BE49-F238E27FC236}">
                    <a16:creationId xmlns:a16="http://schemas.microsoft.com/office/drawing/2014/main" id="{68112A0E-1B4D-7ACB-C2C3-F94BF11CDE0E}"/>
                  </a:ext>
                </a:extLst>
              </p:cNvPr>
              <p:cNvSpPr/>
              <p:nvPr/>
            </p:nvSpPr>
            <p:spPr>
              <a:xfrm>
                <a:off x="8740235" y="3368381"/>
                <a:ext cx="2808000" cy="89026"/>
              </a:xfrm>
              <a:prstGeom prst="roundRect">
                <a:avLst>
                  <a:gd name="adj" fmla="val 50000"/>
                </a:avLst>
              </a:prstGeom>
              <a:noFill/>
              <a:ln w="12700">
                <a:solidFill>
                  <a:srgbClr val="00FB9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</p:grp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95CCF7D-6025-2735-AC34-0248AAA61991}"/>
              </a:ext>
            </a:extLst>
          </p:cNvPr>
          <p:cNvSpPr/>
          <p:nvPr/>
        </p:nvSpPr>
        <p:spPr>
          <a:xfrm>
            <a:off x="6798159" y="715277"/>
            <a:ext cx="3240000" cy="5760000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+mn-ea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102F0E32-AA9E-C5C8-E66B-E065D48D34E4}"/>
              </a:ext>
            </a:extLst>
          </p:cNvPr>
          <p:cNvGrpSpPr/>
          <p:nvPr/>
        </p:nvGrpSpPr>
        <p:grpSpPr>
          <a:xfrm>
            <a:off x="6888478" y="6076950"/>
            <a:ext cx="3082408" cy="269795"/>
            <a:chOff x="6888478" y="6076950"/>
            <a:chExt cx="3082408" cy="269795"/>
          </a:xfrm>
        </p:grpSpPr>
        <p:sp>
          <p:nvSpPr>
            <p:cNvPr id="457" name="사각형: 둥근 모서리 456">
              <a:extLst>
                <a:ext uri="{FF2B5EF4-FFF2-40B4-BE49-F238E27FC236}">
                  <a16:creationId xmlns:a16="http://schemas.microsoft.com/office/drawing/2014/main" id="{5B43130E-50CF-0DA3-308B-3FCFF14FF308}"/>
                </a:ext>
              </a:extLst>
            </p:cNvPr>
            <p:cNvSpPr/>
            <p:nvPr/>
          </p:nvSpPr>
          <p:spPr>
            <a:xfrm>
              <a:off x="6888478" y="6076950"/>
              <a:ext cx="3082408" cy="26979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3A3135AF-9463-0498-BE88-AD2E800D3987}"/>
                </a:ext>
              </a:extLst>
            </p:cNvPr>
            <p:cNvSpPr txBox="1"/>
            <p:nvPr/>
          </p:nvSpPr>
          <p:spPr>
            <a:xfrm>
              <a:off x="7003803" y="6157561"/>
              <a:ext cx="733814" cy="10177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kumimoji="1" lang="en-US" altLang="ko-Kore-KR" sz="900" b="1" dirty="0"/>
                <a:t>Gesut4565</a:t>
              </a:r>
              <a:endParaRPr kumimoji="1" lang="ko-Kore-KR" altLang="en-US" sz="900" b="1" dirty="0"/>
            </a:p>
          </p:txBody>
        </p:sp>
        <p:grpSp>
          <p:nvGrpSpPr>
            <p:cNvPr id="463" name="그룹 462">
              <a:extLst>
                <a:ext uri="{FF2B5EF4-FFF2-40B4-BE49-F238E27FC236}">
                  <a16:creationId xmlns:a16="http://schemas.microsoft.com/office/drawing/2014/main" id="{2254AFCC-336F-CB17-72D3-8B51EC816F9F}"/>
                </a:ext>
              </a:extLst>
            </p:cNvPr>
            <p:cNvGrpSpPr/>
            <p:nvPr/>
          </p:nvGrpSpPr>
          <p:grpSpPr>
            <a:xfrm>
              <a:off x="7879753" y="6189759"/>
              <a:ext cx="1993768" cy="75591"/>
              <a:chOff x="8740235" y="3368381"/>
              <a:chExt cx="2808000" cy="89026"/>
            </a:xfrm>
          </p:grpSpPr>
          <p:sp>
            <p:nvSpPr>
              <p:cNvPr id="464" name="모서리가 둥근 직사각형 171">
                <a:extLst>
                  <a:ext uri="{FF2B5EF4-FFF2-40B4-BE49-F238E27FC236}">
                    <a16:creationId xmlns:a16="http://schemas.microsoft.com/office/drawing/2014/main" id="{E5A0E7E3-A17B-618F-92BF-69CA06E65DE4}"/>
                  </a:ext>
                </a:extLst>
              </p:cNvPr>
              <p:cNvSpPr/>
              <p:nvPr/>
            </p:nvSpPr>
            <p:spPr>
              <a:xfrm>
                <a:off x="8740235" y="3368381"/>
                <a:ext cx="2109692" cy="8902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49FA01"/>
                  </a:gs>
                  <a:gs pos="100000">
                    <a:srgbClr val="0B4FF6"/>
                  </a:gs>
                </a:gsLst>
                <a:lin ang="0" scaled="1"/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465" name="모서리가 둥근 직사각형 172">
                <a:extLst>
                  <a:ext uri="{FF2B5EF4-FFF2-40B4-BE49-F238E27FC236}">
                    <a16:creationId xmlns:a16="http://schemas.microsoft.com/office/drawing/2014/main" id="{5CA3F971-F23A-BA07-C8B6-9AB33330A007}"/>
                  </a:ext>
                </a:extLst>
              </p:cNvPr>
              <p:cNvSpPr/>
              <p:nvPr/>
            </p:nvSpPr>
            <p:spPr>
              <a:xfrm>
                <a:off x="8740235" y="3368381"/>
                <a:ext cx="2808000" cy="89026"/>
              </a:xfrm>
              <a:prstGeom prst="roundRect">
                <a:avLst>
                  <a:gd name="adj" fmla="val 50000"/>
                </a:avLst>
              </a:prstGeom>
              <a:noFill/>
              <a:ln w="12700">
                <a:solidFill>
                  <a:srgbClr val="00FB9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</p:grpSp>
      </p:grp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5D1A4EED-C1CC-460F-E1EB-7395343B1829}"/>
              </a:ext>
            </a:extLst>
          </p:cNvPr>
          <p:cNvGrpSpPr/>
          <p:nvPr/>
        </p:nvGrpSpPr>
        <p:grpSpPr>
          <a:xfrm>
            <a:off x="6347950" y="4148658"/>
            <a:ext cx="2464225" cy="1880918"/>
            <a:chOff x="824764" y="2282907"/>
            <a:chExt cx="2464225" cy="1880918"/>
          </a:xfrm>
        </p:grpSpPr>
        <p:sp>
          <p:nvSpPr>
            <p:cNvPr id="467" name="타원 466">
              <a:extLst>
                <a:ext uri="{FF2B5EF4-FFF2-40B4-BE49-F238E27FC236}">
                  <a16:creationId xmlns:a16="http://schemas.microsoft.com/office/drawing/2014/main" id="{87DA1059-ECF6-52C6-DD76-6055AC9323A6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68" name="타원 467">
              <a:extLst>
                <a:ext uri="{FF2B5EF4-FFF2-40B4-BE49-F238E27FC236}">
                  <a16:creationId xmlns:a16="http://schemas.microsoft.com/office/drawing/2014/main" id="{6CE0FE94-2236-82EF-4384-6C5DEC9CA87F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69" name="타원 468">
              <a:extLst>
                <a:ext uri="{FF2B5EF4-FFF2-40B4-BE49-F238E27FC236}">
                  <a16:creationId xmlns:a16="http://schemas.microsoft.com/office/drawing/2014/main" id="{050FFE1D-5CAD-BAF9-1BF0-AEF2E69B1A91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470" name="타원 469">
              <a:extLst>
                <a:ext uri="{FF2B5EF4-FFF2-40B4-BE49-F238E27FC236}">
                  <a16:creationId xmlns:a16="http://schemas.microsoft.com/office/drawing/2014/main" id="{F226DC9C-A974-3453-3C85-E885665BAE2E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71" name="타원 470">
              <a:extLst>
                <a:ext uri="{FF2B5EF4-FFF2-40B4-BE49-F238E27FC236}">
                  <a16:creationId xmlns:a16="http://schemas.microsoft.com/office/drawing/2014/main" id="{93C328EE-4644-91AC-9F67-E0638FE22E14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72" name="타원 471">
              <a:extLst>
                <a:ext uri="{FF2B5EF4-FFF2-40B4-BE49-F238E27FC236}">
                  <a16:creationId xmlns:a16="http://schemas.microsoft.com/office/drawing/2014/main" id="{EB57AC56-BDEA-8C34-5297-F89B74144660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73" name="타원 472">
              <a:extLst>
                <a:ext uri="{FF2B5EF4-FFF2-40B4-BE49-F238E27FC236}">
                  <a16:creationId xmlns:a16="http://schemas.microsoft.com/office/drawing/2014/main" id="{319AE66F-EC7A-7EA1-1FE3-C1CE333EFA58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80" name="타원 479">
              <a:extLst>
                <a:ext uri="{FF2B5EF4-FFF2-40B4-BE49-F238E27FC236}">
                  <a16:creationId xmlns:a16="http://schemas.microsoft.com/office/drawing/2014/main" id="{418D2053-ACBF-350A-5328-14A6ED410067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81" name="타원 480">
              <a:extLst>
                <a:ext uri="{FF2B5EF4-FFF2-40B4-BE49-F238E27FC236}">
                  <a16:creationId xmlns:a16="http://schemas.microsoft.com/office/drawing/2014/main" id="{8448DC46-65F2-8DCF-7928-D111114A581B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82" name="Freeform 1">
              <a:extLst>
                <a:ext uri="{FF2B5EF4-FFF2-40B4-BE49-F238E27FC236}">
                  <a16:creationId xmlns:a16="http://schemas.microsoft.com/office/drawing/2014/main" id="{69738958-3405-ED28-3349-9CD56C23E3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483" name="Freeform 1">
              <a:extLst>
                <a:ext uri="{FF2B5EF4-FFF2-40B4-BE49-F238E27FC236}">
                  <a16:creationId xmlns:a16="http://schemas.microsoft.com/office/drawing/2014/main" id="{3D062DF7-DE83-FA8F-5B99-6ABCEC825D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484" name="Freeform 1">
              <a:extLst>
                <a:ext uri="{FF2B5EF4-FFF2-40B4-BE49-F238E27FC236}">
                  <a16:creationId xmlns:a16="http://schemas.microsoft.com/office/drawing/2014/main" id="{F29CA84F-10E5-A214-C9CC-57D4227AA4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485" name="Freeform 1">
              <a:extLst>
                <a:ext uri="{FF2B5EF4-FFF2-40B4-BE49-F238E27FC236}">
                  <a16:creationId xmlns:a16="http://schemas.microsoft.com/office/drawing/2014/main" id="{200C90EF-14FC-8FC7-EB27-EBFF507654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486" name="Freeform 1">
              <a:extLst>
                <a:ext uri="{FF2B5EF4-FFF2-40B4-BE49-F238E27FC236}">
                  <a16:creationId xmlns:a16="http://schemas.microsoft.com/office/drawing/2014/main" id="{09A02791-5F1A-A505-9CDD-597075591D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487" name="Freeform 1">
              <a:extLst>
                <a:ext uri="{FF2B5EF4-FFF2-40B4-BE49-F238E27FC236}">
                  <a16:creationId xmlns:a16="http://schemas.microsoft.com/office/drawing/2014/main" id="{4CC3022A-79D9-052B-A03A-615A154403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488" name="Freeform 1">
              <a:extLst>
                <a:ext uri="{FF2B5EF4-FFF2-40B4-BE49-F238E27FC236}">
                  <a16:creationId xmlns:a16="http://schemas.microsoft.com/office/drawing/2014/main" id="{6E77973C-F557-F024-50BD-8B0A83F3640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89" name="그룹 488">
            <a:extLst>
              <a:ext uri="{FF2B5EF4-FFF2-40B4-BE49-F238E27FC236}">
                <a16:creationId xmlns:a16="http://schemas.microsoft.com/office/drawing/2014/main" id="{53F340C1-ED27-4C3A-B3A3-E7A7073A07E4}"/>
              </a:ext>
            </a:extLst>
          </p:cNvPr>
          <p:cNvGrpSpPr/>
          <p:nvPr/>
        </p:nvGrpSpPr>
        <p:grpSpPr>
          <a:xfrm>
            <a:off x="8016497" y="1234418"/>
            <a:ext cx="2464225" cy="1880918"/>
            <a:chOff x="824764" y="2282907"/>
            <a:chExt cx="2464225" cy="1880918"/>
          </a:xfrm>
        </p:grpSpPr>
        <p:sp>
          <p:nvSpPr>
            <p:cNvPr id="490" name="타원 489">
              <a:extLst>
                <a:ext uri="{FF2B5EF4-FFF2-40B4-BE49-F238E27FC236}">
                  <a16:creationId xmlns:a16="http://schemas.microsoft.com/office/drawing/2014/main" id="{E62F9213-BAD4-0904-807B-A920AC7E46E6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91" name="타원 490">
              <a:extLst>
                <a:ext uri="{FF2B5EF4-FFF2-40B4-BE49-F238E27FC236}">
                  <a16:creationId xmlns:a16="http://schemas.microsoft.com/office/drawing/2014/main" id="{B37ADA58-A2AA-5AD0-BD83-7D290605F757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92" name="타원 491">
              <a:extLst>
                <a:ext uri="{FF2B5EF4-FFF2-40B4-BE49-F238E27FC236}">
                  <a16:creationId xmlns:a16="http://schemas.microsoft.com/office/drawing/2014/main" id="{97BCA8FD-4663-0C62-788E-D8C013B456F0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493" name="타원 492">
              <a:extLst>
                <a:ext uri="{FF2B5EF4-FFF2-40B4-BE49-F238E27FC236}">
                  <a16:creationId xmlns:a16="http://schemas.microsoft.com/office/drawing/2014/main" id="{ECAF587B-118B-98FE-3EF6-9794F317497C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94" name="타원 493">
              <a:extLst>
                <a:ext uri="{FF2B5EF4-FFF2-40B4-BE49-F238E27FC236}">
                  <a16:creationId xmlns:a16="http://schemas.microsoft.com/office/drawing/2014/main" id="{A53A7725-13CC-EC07-D344-CBBDB595C016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95" name="타원 494">
              <a:extLst>
                <a:ext uri="{FF2B5EF4-FFF2-40B4-BE49-F238E27FC236}">
                  <a16:creationId xmlns:a16="http://schemas.microsoft.com/office/drawing/2014/main" id="{D272121B-EFF1-A644-84FA-AE1B213DEB08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96" name="타원 495">
              <a:extLst>
                <a:ext uri="{FF2B5EF4-FFF2-40B4-BE49-F238E27FC236}">
                  <a16:creationId xmlns:a16="http://schemas.microsoft.com/office/drawing/2014/main" id="{25AC038C-D57A-99CC-95FF-8D997B5CCA29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97" name="타원 496">
              <a:extLst>
                <a:ext uri="{FF2B5EF4-FFF2-40B4-BE49-F238E27FC236}">
                  <a16:creationId xmlns:a16="http://schemas.microsoft.com/office/drawing/2014/main" id="{6C2FB4E5-7D9A-2BDE-5D7C-2B7D92F0BC7C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98" name="타원 497">
              <a:extLst>
                <a:ext uri="{FF2B5EF4-FFF2-40B4-BE49-F238E27FC236}">
                  <a16:creationId xmlns:a16="http://schemas.microsoft.com/office/drawing/2014/main" id="{2A77897E-B512-8443-0DAA-08E1E227F289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569" name="Freeform 1">
              <a:extLst>
                <a:ext uri="{FF2B5EF4-FFF2-40B4-BE49-F238E27FC236}">
                  <a16:creationId xmlns:a16="http://schemas.microsoft.com/office/drawing/2014/main" id="{FD26F8B9-4B21-5196-603B-AC3E1993A7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28" name="Freeform 1">
              <a:extLst>
                <a:ext uri="{FF2B5EF4-FFF2-40B4-BE49-F238E27FC236}">
                  <a16:creationId xmlns:a16="http://schemas.microsoft.com/office/drawing/2014/main" id="{13AE9938-880D-183B-5426-69F986E58C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29" name="Freeform 1">
              <a:extLst>
                <a:ext uri="{FF2B5EF4-FFF2-40B4-BE49-F238E27FC236}">
                  <a16:creationId xmlns:a16="http://schemas.microsoft.com/office/drawing/2014/main" id="{271EA9A4-585A-8167-EE82-20B2EFC361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30" name="Freeform 1">
              <a:extLst>
                <a:ext uri="{FF2B5EF4-FFF2-40B4-BE49-F238E27FC236}">
                  <a16:creationId xmlns:a16="http://schemas.microsoft.com/office/drawing/2014/main" id="{D726BAB8-C711-D83D-2C27-9FE2850FFE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31" name="Freeform 1">
              <a:extLst>
                <a:ext uri="{FF2B5EF4-FFF2-40B4-BE49-F238E27FC236}">
                  <a16:creationId xmlns:a16="http://schemas.microsoft.com/office/drawing/2014/main" id="{94CB4FF9-A19A-C3A9-7910-7EAF9B9B27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32" name="Freeform 1">
              <a:extLst>
                <a:ext uri="{FF2B5EF4-FFF2-40B4-BE49-F238E27FC236}">
                  <a16:creationId xmlns:a16="http://schemas.microsoft.com/office/drawing/2014/main" id="{91D9BF1C-C313-EFEB-2869-E91D6E88E8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33" name="Freeform 1">
              <a:extLst>
                <a:ext uri="{FF2B5EF4-FFF2-40B4-BE49-F238E27FC236}">
                  <a16:creationId xmlns:a16="http://schemas.microsoft.com/office/drawing/2014/main" id="{C5741E38-4DAC-478F-D7A6-B4E357304A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D3ADF621-70C9-A052-A6BC-EB914DEF4039}"/>
              </a:ext>
            </a:extLst>
          </p:cNvPr>
          <p:cNvGrpSpPr/>
          <p:nvPr/>
        </p:nvGrpSpPr>
        <p:grpSpPr>
          <a:xfrm>
            <a:off x="6887404" y="789154"/>
            <a:ext cx="3082408" cy="269795"/>
            <a:chOff x="6888478" y="6076950"/>
            <a:chExt cx="3082408" cy="269795"/>
          </a:xfrm>
        </p:grpSpPr>
        <p:sp>
          <p:nvSpPr>
            <p:cNvPr id="136" name="사각형: 둥근 모서리 135">
              <a:extLst>
                <a:ext uri="{FF2B5EF4-FFF2-40B4-BE49-F238E27FC236}">
                  <a16:creationId xmlns:a16="http://schemas.microsoft.com/office/drawing/2014/main" id="{0F3229D4-DCE5-496B-4659-8F242C4846A3}"/>
                </a:ext>
              </a:extLst>
            </p:cNvPr>
            <p:cNvSpPr/>
            <p:nvPr/>
          </p:nvSpPr>
          <p:spPr>
            <a:xfrm>
              <a:off x="6888478" y="6076950"/>
              <a:ext cx="3082408" cy="26979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40A95800-C9D6-D029-0788-9E8C635C1EDA}"/>
                </a:ext>
              </a:extLst>
            </p:cNvPr>
            <p:cNvSpPr txBox="1"/>
            <p:nvPr/>
          </p:nvSpPr>
          <p:spPr>
            <a:xfrm>
              <a:off x="7003803" y="6157561"/>
              <a:ext cx="733814" cy="10177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kumimoji="1" lang="en-US" altLang="ko-Kore-KR" sz="900" b="1" dirty="0"/>
                <a:t>Gesut4565</a:t>
              </a:r>
              <a:endParaRPr kumimoji="1" lang="ko-Kore-KR" altLang="en-US" sz="900" b="1" dirty="0"/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DED59ED3-7683-EBE5-C4E7-D423F18CFE33}"/>
                </a:ext>
              </a:extLst>
            </p:cNvPr>
            <p:cNvGrpSpPr/>
            <p:nvPr/>
          </p:nvGrpSpPr>
          <p:grpSpPr>
            <a:xfrm>
              <a:off x="7879753" y="6189759"/>
              <a:ext cx="1993768" cy="75591"/>
              <a:chOff x="8740235" y="3368381"/>
              <a:chExt cx="2808000" cy="89026"/>
            </a:xfrm>
          </p:grpSpPr>
          <p:sp>
            <p:nvSpPr>
              <p:cNvPr id="139" name="모서리가 둥근 직사각형 171">
                <a:extLst>
                  <a:ext uri="{FF2B5EF4-FFF2-40B4-BE49-F238E27FC236}">
                    <a16:creationId xmlns:a16="http://schemas.microsoft.com/office/drawing/2014/main" id="{8BBBAFE8-00E2-EB60-0B47-816D688A5222}"/>
                  </a:ext>
                </a:extLst>
              </p:cNvPr>
              <p:cNvSpPr/>
              <p:nvPr/>
            </p:nvSpPr>
            <p:spPr>
              <a:xfrm>
                <a:off x="8740235" y="3368381"/>
                <a:ext cx="2109692" cy="8902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49FA01"/>
                  </a:gs>
                  <a:gs pos="100000">
                    <a:srgbClr val="0B4FF6"/>
                  </a:gs>
                </a:gsLst>
                <a:lin ang="0" scaled="1"/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  <p:sp>
            <p:nvSpPr>
              <p:cNvPr id="140" name="모서리가 둥근 직사각형 172">
                <a:extLst>
                  <a:ext uri="{FF2B5EF4-FFF2-40B4-BE49-F238E27FC236}">
                    <a16:creationId xmlns:a16="http://schemas.microsoft.com/office/drawing/2014/main" id="{4589C349-D338-18E8-0B8E-5C195958259C}"/>
                  </a:ext>
                </a:extLst>
              </p:cNvPr>
              <p:cNvSpPr/>
              <p:nvPr/>
            </p:nvSpPr>
            <p:spPr>
              <a:xfrm>
                <a:off x="8740235" y="3368381"/>
                <a:ext cx="2808000" cy="89026"/>
              </a:xfrm>
              <a:prstGeom prst="roundRect">
                <a:avLst>
                  <a:gd name="adj" fmla="val 50000"/>
                </a:avLst>
              </a:prstGeom>
              <a:noFill/>
              <a:ln w="12700">
                <a:solidFill>
                  <a:srgbClr val="00FB9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>
                  <a:latin typeface="+mn-ea"/>
                </a:endParaRPr>
              </a:p>
            </p:txBody>
          </p:sp>
        </p:grpSp>
      </p:grpSp>
      <p:cxnSp>
        <p:nvCxnSpPr>
          <p:cNvPr id="141" name="직선 연결선[R] 296">
            <a:extLst>
              <a:ext uri="{FF2B5EF4-FFF2-40B4-BE49-F238E27FC236}">
                <a16:creationId xmlns:a16="http://schemas.microsoft.com/office/drawing/2014/main" id="{84CB6D6D-3F6A-7779-C4C2-BF7598B42409}"/>
              </a:ext>
            </a:extLst>
          </p:cNvPr>
          <p:cNvCxnSpPr>
            <a:cxnSpLocks/>
            <a:stCxn id="18" idx="5"/>
            <a:endCxn id="30" idx="2"/>
          </p:cNvCxnSpPr>
          <p:nvPr/>
        </p:nvCxnSpPr>
        <p:spPr>
          <a:xfrm flipV="1">
            <a:off x="942188" y="1853678"/>
            <a:ext cx="2747813" cy="438445"/>
          </a:xfrm>
          <a:prstGeom prst="line">
            <a:avLst/>
          </a:prstGeom>
          <a:ln w="34925">
            <a:solidFill>
              <a:srgbClr val="00FDFF">
                <a:alpha val="79632"/>
              </a:srgbClr>
            </a:solidFill>
            <a:tailEnd type="none" w="sm" len="sm"/>
          </a:ln>
          <a:effectLst>
            <a:outerShdw blurRad="63500" sx="108000" sy="108000" algn="ctr" rotWithShape="0">
              <a:srgbClr val="00FDFF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[R] 299">
            <a:extLst>
              <a:ext uri="{FF2B5EF4-FFF2-40B4-BE49-F238E27FC236}">
                <a16:creationId xmlns:a16="http://schemas.microsoft.com/office/drawing/2014/main" id="{1DCE49B5-D6D2-85A7-11E8-1A1C1E315CC9}"/>
              </a:ext>
            </a:extLst>
          </p:cNvPr>
          <p:cNvCxnSpPr>
            <a:cxnSpLocks/>
            <a:stCxn id="40" idx="14"/>
            <a:endCxn id="14" idx="6"/>
          </p:cNvCxnSpPr>
          <p:nvPr/>
        </p:nvCxnSpPr>
        <p:spPr>
          <a:xfrm flipH="1">
            <a:off x="2597582" y="1992593"/>
            <a:ext cx="2181775" cy="1507158"/>
          </a:xfrm>
          <a:prstGeom prst="line">
            <a:avLst/>
          </a:prstGeom>
          <a:ln w="34925">
            <a:solidFill>
              <a:srgbClr val="FFFF00">
                <a:alpha val="80000"/>
              </a:srgbClr>
            </a:solidFill>
            <a:prstDash val="dash"/>
            <a:tailEnd type="none" w="sm" len="sm"/>
          </a:ln>
          <a:effectLst>
            <a:outerShdw blurRad="63500" sx="108000" sy="108000" algn="ctr" rotWithShape="0">
              <a:srgbClr val="00FDFF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[R] 296">
            <a:extLst>
              <a:ext uri="{FF2B5EF4-FFF2-40B4-BE49-F238E27FC236}">
                <a16:creationId xmlns:a16="http://schemas.microsoft.com/office/drawing/2014/main" id="{9696E771-710A-EEE3-8AAD-7FA54485F056}"/>
              </a:ext>
            </a:extLst>
          </p:cNvPr>
          <p:cNvCxnSpPr>
            <a:cxnSpLocks/>
            <a:stCxn id="484" idx="5"/>
            <a:endCxn id="494" idx="3"/>
          </p:cNvCxnSpPr>
          <p:nvPr/>
        </p:nvCxnSpPr>
        <p:spPr>
          <a:xfrm flipV="1">
            <a:off x="7143268" y="2714131"/>
            <a:ext cx="1020740" cy="1530088"/>
          </a:xfrm>
          <a:prstGeom prst="line">
            <a:avLst/>
          </a:prstGeom>
          <a:ln w="34925">
            <a:solidFill>
              <a:srgbClr val="00FDFF">
                <a:alpha val="79632"/>
              </a:srgbClr>
            </a:solidFill>
            <a:tailEnd type="none" w="sm" len="sm"/>
          </a:ln>
          <a:effectLst>
            <a:outerShdw blurRad="63500" sx="108000" sy="108000" algn="ctr" rotWithShape="0">
              <a:srgbClr val="00FDFF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[R] 299">
            <a:extLst>
              <a:ext uri="{FF2B5EF4-FFF2-40B4-BE49-F238E27FC236}">
                <a16:creationId xmlns:a16="http://schemas.microsoft.com/office/drawing/2014/main" id="{C6D768F4-926B-5B49-F010-2402AF13EFA6}"/>
              </a:ext>
            </a:extLst>
          </p:cNvPr>
          <p:cNvCxnSpPr>
            <a:cxnSpLocks/>
            <a:stCxn id="132" idx="15"/>
            <a:endCxn id="473" idx="6"/>
          </p:cNvCxnSpPr>
          <p:nvPr/>
        </p:nvCxnSpPr>
        <p:spPr>
          <a:xfrm flipH="1">
            <a:off x="8368830" y="2746982"/>
            <a:ext cx="851654" cy="1773330"/>
          </a:xfrm>
          <a:prstGeom prst="line">
            <a:avLst/>
          </a:prstGeom>
          <a:ln w="34925">
            <a:solidFill>
              <a:srgbClr val="FFFF00">
                <a:alpha val="80000"/>
              </a:srgbClr>
            </a:solidFill>
            <a:prstDash val="dash"/>
            <a:tailEnd type="none" w="sm" len="sm"/>
          </a:ln>
          <a:effectLst>
            <a:outerShdw blurRad="63500" sx="108000" sy="108000" algn="ctr" rotWithShape="0">
              <a:srgbClr val="00FDFF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3E020534-67FC-BAB4-3146-589A15D73A9B}"/>
              </a:ext>
            </a:extLst>
          </p:cNvPr>
          <p:cNvSpPr/>
          <p:nvPr/>
        </p:nvSpPr>
        <p:spPr>
          <a:xfrm>
            <a:off x="852243" y="4303063"/>
            <a:ext cx="1854995" cy="21544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</a:bodyPr>
          <a:lstStyle/>
          <a:p>
            <a:r>
              <a:rPr kumimoji="1" lang="en-US" altLang="ko-KR" sz="1400" dirty="0">
                <a:solidFill>
                  <a:schemeClr val="tx1"/>
                </a:solidFill>
              </a:rPr>
              <a:t>1. Spec Battle</a:t>
            </a: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사냥 없이 바로 시작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2. turn the table battle</a:t>
            </a: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시작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던전 </a:t>
            </a:r>
            <a:r>
              <a:rPr kumimoji="1" lang="en-US" altLang="ko-KR" sz="1400" dirty="0">
                <a:solidFill>
                  <a:schemeClr val="tx1"/>
                </a:solidFill>
              </a:rPr>
              <a:t>40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배틀 </a:t>
            </a:r>
            <a:r>
              <a:rPr kumimoji="1" lang="en-US" altLang="ko-KR" sz="1400" dirty="0">
                <a:solidFill>
                  <a:schemeClr val="tx1"/>
                </a:solidFill>
              </a:rPr>
              <a:t>: 20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시작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던전 </a:t>
            </a:r>
            <a:r>
              <a:rPr kumimoji="1" lang="en-US" altLang="ko-KR" sz="1400" dirty="0">
                <a:solidFill>
                  <a:schemeClr val="tx1"/>
                </a:solidFill>
              </a:rPr>
              <a:t>40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배틀 </a:t>
            </a:r>
            <a:r>
              <a:rPr kumimoji="1" lang="en-US" altLang="ko-KR" sz="1400" dirty="0">
                <a:solidFill>
                  <a:schemeClr val="tx1"/>
                </a:solidFill>
              </a:rPr>
              <a:t>: 20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시작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던전 </a:t>
            </a:r>
            <a:r>
              <a:rPr kumimoji="1" lang="en-US" altLang="ko-KR" sz="1400" dirty="0">
                <a:solidFill>
                  <a:schemeClr val="tx1"/>
                </a:solidFill>
              </a:rPr>
              <a:t>40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배틀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죽을때</a:t>
            </a:r>
            <a:r>
              <a:rPr kumimoji="1" lang="ko-KR" altLang="en-US" sz="1400" dirty="0">
                <a:solidFill>
                  <a:schemeClr val="tx1"/>
                </a:solidFill>
              </a:rPr>
              <a:t> 까지</a:t>
            </a:r>
          </a:p>
        </p:txBody>
      </p:sp>
    </p:spTree>
    <p:extLst>
      <p:ext uri="{BB962C8B-B14F-4D97-AF65-F5344CB8AC3E}">
        <p14:creationId xmlns:p14="http://schemas.microsoft.com/office/powerpoint/2010/main" val="2942956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BDA12F-6534-8A13-B2B2-216CE5F1A5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84A5E89-E4D7-A945-6293-3B5E9D72B413}"/>
              </a:ext>
            </a:extLst>
          </p:cNvPr>
          <p:cNvSpPr/>
          <p:nvPr/>
        </p:nvSpPr>
        <p:spPr>
          <a:xfrm>
            <a:off x="3613080" y="4290060"/>
            <a:ext cx="853512" cy="1557367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+mn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3080ADD-1EA3-4146-C739-D5FAA44C8877}"/>
              </a:ext>
            </a:extLst>
          </p:cNvPr>
          <p:cNvGrpSpPr/>
          <p:nvPr/>
        </p:nvGrpSpPr>
        <p:grpSpPr>
          <a:xfrm>
            <a:off x="3420512" y="5444169"/>
            <a:ext cx="698475" cy="533139"/>
            <a:chOff x="824764" y="2282907"/>
            <a:chExt cx="2464225" cy="188091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38F912E-D527-6827-A365-26424C052E10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7DB59A15-7E08-A8E8-4803-15271CB9CD74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BACF259-63B8-11F8-2D51-FE665F8167AC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20AA1BC0-50F5-D8B6-2E95-3CC45A35D42C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F113ABAA-68F8-FDA1-43AE-CC6288583EC9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1051D126-4B81-B3FC-95E4-AA2F0A65FCC4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9D179ECA-C8F0-9822-7BA0-F13167D6A0B5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A5652450-FEEB-119A-707B-6AB021D0BE96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62E970E2-F546-552F-37DC-840A48EF9B8F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9" name="Freeform 1">
              <a:extLst>
                <a:ext uri="{FF2B5EF4-FFF2-40B4-BE49-F238E27FC236}">
                  <a16:creationId xmlns:a16="http://schemas.microsoft.com/office/drawing/2014/main" id="{28EFF877-34EA-2028-FCD5-A88B8F8C77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70" name="Freeform 1">
              <a:extLst>
                <a:ext uri="{FF2B5EF4-FFF2-40B4-BE49-F238E27FC236}">
                  <a16:creationId xmlns:a16="http://schemas.microsoft.com/office/drawing/2014/main" id="{31741960-5CE3-AD9C-FFD8-0FDB85F85F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71" name="Freeform 1">
              <a:extLst>
                <a:ext uri="{FF2B5EF4-FFF2-40B4-BE49-F238E27FC236}">
                  <a16:creationId xmlns:a16="http://schemas.microsoft.com/office/drawing/2014/main" id="{56F1C4AF-0993-B725-1006-009E43D237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72" name="Freeform 1">
              <a:extLst>
                <a:ext uri="{FF2B5EF4-FFF2-40B4-BE49-F238E27FC236}">
                  <a16:creationId xmlns:a16="http://schemas.microsoft.com/office/drawing/2014/main" id="{3F64A473-EFFF-D4AE-A83A-8F13C3C5B9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73" name="Freeform 1">
              <a:extLst>
                <a:ext uri="{FF2B5EF4-FFF2-40B4-BE49-F238E27FC236}">
                  <a16:creationId xmlns:a16="http://schemas.microsoft.com/office/drawing/2014/main" id="{B082D901-82E5-B531-7DA3-CEB95EB0C0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74" name="Freeform 1">
              <a:extLst>
                <a:ext uri="{FF2B5EF4-FFF2-40B4-BE49-F238E27FC236}">
                  <a16:creationId xmlns:a16="http://schemas.microsoft.com/office/drawing/2014/main" id="{0D87FBF4-862E-9D11-AA19-53006800EB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75" name="Freeform 1">
              <a:extLst>
                <a:ext uri="{FF2B5EF4-FFF2-40B4-BE49-F238E27FC236}">
                  <a16:creationId xmlns:a16="http://schemas.microsoft.com/office/drawing/2014/main" id="{D0D02CD6-B8AC-E20F-7040-5E74D93685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3E81AC7F-E7D8-B99A-F7F1-D295AC51731D}"/>
              </a:ext>
            </a:extLst>
          </p:cNvPr>
          <p:cNvGrpSpPr/>
          <p:nvPr/>
        </p:nvGrpSpPr>
        <p:grpSpPr>
          <a:xfrm>
            <a:off x="3974377" y="4240067"/>
            <a:ext cx="698475" cy="533139"/>
            <a:chOff x="824764" y="2282907"/>
            <a:chExt cx="2464225" cy="1880918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AAEB3F95-FA5A-7DF7-EBCA-CFB813C8168A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D359075-9114-CC8B-E837-9839AB28B345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6AE6A93-A610-75D1-E9D0-1A54197D9DD5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0691ADAE-D5F0-79C3-4E15-4F2B55A0F151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BC983846-8726-9E5B-B767-473842722574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E48DB5EC-16D5-5FB3-D622-D54A0A2CE38F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0776BF09-AB84-5717-E892-5EA6C30EA4A3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21B614D9-489B-4E81-2FFC-35075DDE6923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9A3D1ABA-92FC-D546-CBCC-6C58D55A59F0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86" name="Freeform 1">
              <a:extLst>
                <a:ext uri="{FF2B5EF4-FFF2-40B4-BE49-F238E27FC236}">
                  <a16:creationId xmlns:a16="http://schemas.microsoft.com/office/drawing/2014/main" id="{D9A4C2D2-FAC0-51C2-6138-9DFD4654585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87" name="Freeform 1">
              <a:extLst>
                <a:ext uri="{FF2B5EF4-FFF2-40B4-BE49-F238E27FC236}">
                  <a16:creationId xmlns:a16="http://schemas.microsoft.com/office/drawing/2014/main" id="{A1843116-460B-BF8E-F48E-AD23AD52B6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88" name="Freeform 1">
              <a:extLst>
                <a:ext uri="{FF2B5EF4-FFF2-40B4-BE49-F238E27FC236}">
                  <a16:creationId xmlns:a16="http://schemas.microsoft.com/office/drawing/2014/main" id="{2BF92695-10AA-31E4-CD93-A506C823D7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89" name="Freeform 1">
              <a:extLst>
                <a:ext uri="{FF2B5EF4-FFF2-40B4-BE49-F238E27FC236}">
                  <a16:creationId xmlns:a16="http://schemas.microsoft.com/office/drawing/2014/main" id="{BD4A40FC-7D6A-02FB-23BB-2C0C4FF3AC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90" name="Freeform 1">
              <a:extLst>
                <a:ext uri="{FF2B5EF4-FFF2-40B4-BE49-F238E27FC236}">
                  <a16:creationId xmlns:a16="http://schemas.microsoft.com/office/drawing/2014/main" id="{C2E04361-FBE9-E90F-5ED7-190893952F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91" name="Freeform 1">
              <a:extLst>
                <a:ext uri="{FF2B5EF4-FFF2-40B4-BE49-F238E27FC236}">
                  <a16:creationId xmlns:a16="http://schemas.microsoft.com/office/drawing/2014/main" id="{9AB9F94D-5ECC-32EE-B2A4-79D66968B5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92" name="Freeform 1">
              <a:extLst>
                <a:ext uri="{FF2B5EF4-FFF2-40B4-BE49-F238E27FC236}">
                  <a16:creationId xmlns:a16="http://schemas.microsoft.com/office/drawing/2014/main" id="{D6587EEB-69E7-9944-5B78-7737DDD3D6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64ACD47-A53A-3297-1948-1356FD828F4F}"/>
              </a:ext>
            </a:extLst>
          </p:cNvPr>
          <p:cNvSpPr/>
          <p:nvPr/>
        </p:nvSpPr>
        <p:spPr>
          <a:xfrm>
            <a:off x="5859279" y="4290060"/>
            <a:ext cx="853512" cy="1557367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+mn-ea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A82B1981-24D1-9137-43C3-6CF3839489BC}"/>
              </a:ext>
            </a:extLst>
          </p:cNvPr>
          <p:cNvGrpSpPr/>
          <p:nvPr/>
        </p:nvGrpSpPr>
        <p:grpSpPr>
          <a:xfrm>
            <a:off x="5936797" y="5496073"/>
            <a:ext cx="698475" cy="533139"/>
            <a:chOff x="824764" y="2282907"/>
            <a:chExt cx="2464225" cy="1880918"/>
          </a:xfrm>
        </p:grpSpPr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470541CE-6197-D58C-1043-521F586A0486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77DF7000-E8A2-284F-2DF4-75F8D166CCA6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86F3F3D1-5B6A-B737-6A54-66F1C3BB54EC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16326503-BF9F-BAC8-8556-7DE111F6D4D2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AD23C940-D747-708A-F20E-F57E79138B8E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3C8822C7-3D78-9D47-2630-A987B11507EB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F9884C70-2538-073F-6F4A-B8C2937BE452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3116832-CCF9-847B-7CE9-A04289639834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488FE4AC-6F48-204E-4BC9-D509E3B5A346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04" name="Freeform 1">
              <a:extLst>
                <a:ext uri="{FF2B5EF4-FFF2-40B4-BE49-F238E27FC236}">
                  <a16:creationId xmlns:a16="http://schemas.microsoft.com/office/drawing/2014/main" id="{08996435-69C4-F35E-F999-84A0344CDC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05" name="Freeform 1">
              <a:extLst>
                <a:ext uri="{FF2B5EF4-FFF2-40B4-BE49-F238E27FC236}">
                  <a16:creationId xmlns:a16="http://schemas.microsoft.com/office/drawing/2014/main" id="{D84FBAE6-0BE1-16E4-B0E5-919C7C26D4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06" name="Freeform 1">
              <a:extLst>
                <a:ext uri="{FF2B5EF4-FFF2-40B4-BE49-F238E27FC236}">
                  <a16:creationId xmlns:a16="http://schemas.microsoft.com/office/drawing/2014/main" id="{7F1DC43B-9153-7C88-F86C-0C3CC96F3F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07" name="Freeform 1">
              <a:extLst>
                <a:ext uri="{FF2B5EF4-FFF2-40B4-BE49-F238E27FC236}">
                  <a16:creationId xmlns:a16="http://schemas.microsoft.com/office/drawing/2014/main" id="{C7837546-646D-B2C2-9FB0-A0AA2CF6B4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08" name="Freeform 1">
              <a:extLst>
                <a:ext uri="{FF2B5EF4-FFF2-40B4-BE49-F238E27FC236}">
                  <a16:creationId xmlns:a16="http://schemas.microsoft.com/office/drawing/2014/main" id="{7DDDF087-AE84-0AE4-2EFD-C5E1153D22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dirty="0">
                <a:solidFill>
                  <a:schemeClr val="lt1"/>
                </a:solidFill>
              </a:endParaRPr>
            </a:p>
          </p:txBody>
        </p:sp>
        <p:sp>
          <p:nvSpPr>
            <p:cNvPr id="109" name="Freeform 1">
              <a:extLst>
                <a:ext uri="{FF2B5EF4-FFF2-40B4-BE49-F238E27FC236}">
                  <a16:creationId xmlns:a16="http://schemas.microsoft.com/office/drawing/2014/main" id="{C34181D3-339A-6199-3A28-2BE79C3E3A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10" name="Freeform 1">
              <a:extLst>
                <a:ext uri="{FF2B5EF4-FFF2-40B4-BE49-F238E27FC236}">
                  <a16:creationId xmlns:a16="http://schemas.microsoft.com/office/drawing/2014/main" id="{491D1856-4752-5B69-FDF3-7F401D30A4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EC7FD76F-A1B2-F410-0BDB-43F015119771}"/>
              </a:ext>
            </a:extLst>
          </p:cNvPr>
          <p:cNvGrpSpPr/>
          <p:nvPr/>
        </p:nvGrpSpPr>
        <p:grpSpPr>
          <a:xfrm>
            <a:off x="6511077" y="3952243"/>
            <a:ext cx="698475" cy="533139"/>
            <a:chOff x="824764" y="2282907"/>
            <a:chExt cx="2464225" cy="1880918"/>
          </a:xfrm>
        </p:grpSpPr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D397558D-03C1-6A50-E111-D616C0B25796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51D8E339-0763-17AE-D341-AD53B799A770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438AC15D-00E0-8EB5-3D23-5EC01313DA7A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C53CBED0-E125-1D92-61DE-F820305417ED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F36C0209-BB58-4D43-E0C3-765519494F1C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B42C56DA-65C5-6C71-ECC7-C4E9E7D2C59C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0B7506F7-4BC5-B52A-0040-0D1EE1E23403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010DD34D-DC34-6FFE-21C4-FEC0BB1996A4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02D57EDE-0A96-3CB7-57BB-DB06CC963162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21" name="Freeform 1">
              <a:extLst>
                <a:ext uri="{FF2B5EF4-FFF2-40B4-BE49-F238E27FC236}">
                  <a16:creationId xmlns:a16="http://schemas.microsoft.com/office/drawing/2014/main" id="{943874B3-555C-AF50-51A6-A7A174453C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22" name="Freeform 1">
              <a:extLst>
                <a:ext uri="{FF2B5EF4-FFF2-40B4-BE49-F238E27FC236}">
                  <a16:creationId xmlns:a16="http://schemas.microsoft.com/office/drawing/2014/main" id="{6558E296-A629-3351-3DF0-3CEA1061A2B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23" name="Freeform 1">
              <a:extLst>
                <a:ext uri="{FF2B5EF4-FFF2-40B4-BE49-F238E27FC236}">
                  <a16:creationId xmlns:a16="http://schemas.microsoft.com/office/drawing/2014/main" id="{00835987-4463-8279-EDDC-9B910BB37F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24" name="Freeform 1">
              <a:extLst>
                <a:ext uri="{FF2B5EF4-FFF2-40B4-BE49-F238E27FC236}">
                  <a16:creationId xmlns:a16="http://schemas.microsoft.com/office/drawing/2014/main" id="{AA6F91FF-9F74-A4F9-39B5-F0333E9172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25" name="Freeform 1">
              <a:extLst>
                <a:ext uri="{FF2B5EF4-FFF2-40B4-BE49-F238E27FC236}">
                  <a16:creationId xmlns:a16="http://schemas.microsoft.com/office/drawing/2014/main" id="{B0ADEE6E-EEA1-E948-127A-2EEB65CEEC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26" name="Freeform 1">
              <a:extLst>
                <a:ext uri="{FF2B5EF4-FFF2-40B4-BE49-F238E27FC236}">
                  <a16:creationId xmlns:a16="http://schemas.microsoft.com/office/drawing/2014/main" id="{6B08378A-8ED5-FDE2-75F1-448255E0E1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127" name="Freeform 1">
              <a:extLst>
                <a:ext uri="{FF2B5EF4-FFF2-40B4-BE49-F238E27FC236}">
                  <a16:creationId xmlns:a16="http://schemas.microsoft.com/office/drawing/2014/main" id="{BDAC54A0-44D2-39C2-377F-B53DD4A598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sp>
        <p:nvSpPr>
          <p:cNvPr id="128" name="화살표: 오른쪽 127">
            <a:extLst>
              <a:ext uri="{FF2B5EF4-FFF2-40B4-BE49-F238E27FC236}">
                <a16:creationId xmlns:a16="http://schemas.microsoft.com/office/drawing/2014/main" id="{767AD457-7060-D728-F88B-B687C4BFA0D5}"/>
              </a:ext>
            </a:extLst>
          </p:cNvPr>
          <p:cNvSpPr/>
          <p:nvPr/>
        </p:nvSpPr>
        <p:spPr>
          <a:xfrm rot="1800000">
            <a:off x="5515358" y="5585316"/>
            <a:ext cx="502335" cy="312142"/>
          </a:xfrm>
          <a:prstGeom prst="rightArrow">
            <a:avLst/>
          </a:prstGeom>
          <a:solidFill>
            <a:srgbClr val="FF0000">
              <a:alpha val="5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9" name="화살표: 오른쪽 128">
            <a:extLst>
              <a:ext uri="{FF2B5EF4-FFF2-40B4-BE49-F238E27FC236}">
                <a16:creationId xmlns:a16="http://schemas.microsoft.com/office/drawing/2014/main" id="{61EE36C7-FA28-3F4D-72CC-688171A2AA39}"/>
              </a:ext>
            </a:extLst>
          </p:cNvPr>
          <p:cNvSpPr/>
          <p:nvPr/>
        </p:nvSpPr>
        <p:spPr>
          <a:xfrm rot="19800000">
            <a:off x="6308360" y="4220565"/>
            <a:ext cx="502335" cy="312142"/>
          </a:xfrm>
          <a:prstGeom prst="rightArrow">
            <a:avLst/>
          </a:prstGeom>
          <a:solidFill>
            <a:srgbClr val="FF0000">
              <a:alpha val="5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C8338E07-BD43-62B7-8D4C-49A6AF2590D3}"/>
              </a:ext>
            </a:extLst>
          </p:cNvPr>
          <p:cNvSpPr/>
          <p:nvPr/>
        </p:nvSpPr>
        <p:spPr>
          <a:xfrm>
            <a:off x="7790141" y="4290060"/>
            <a:ext cx="853512" cy="1557367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+mn-ea"/>
            </a:endParaRPr>
          </a:p>
        </p:txBody>
      </p:sp>
      <p:sp>
        <p:nvSpPr>
          <p:cNvPr id="165" name="화살표: 오른쪽 164">
            <a:extLst>
              <a:ext uri="{FF2B5EF4-FFF2-40B4-BE49-F238E27FC236}">
                <a16:creationId xmlns:a16="http://schemas.microsoft.com/office/drawing/2014/main" id="{3A5DBE11-32B2-72D8-8AAF-2E0BB9E12E43}"/>
              </a:ext>
            </a:extLst>
          </p:cNvPr>
          <p:cNvSpPr/>
          <p:nvPr/>
        </p:nvSpPr>
        <p:spPr>
          <a:xfrm rot="8100000">
            <a:off x="10325282" y="3984743"/>
            <a:ext cx="502335" cy="312142"/>
          </a:xfrm>
          <a:prstGeom prst="rightArrow">
            <a:avLst/>
          </a:prstGeom>
          <a:solidFill>
            <a:srgbClr val="FF0000">
              <a:alpha val="5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98BC1320-6983-9465-499A-AAE567072FE3}"/>
              </a:ext>
            </a:extLst>
          </p:cNvPr>
          <p:cNvGrpSpPr/>
          <p:nvPr/>
        </p:nvGrpSpPr>
        <p:grpSpPr>
          <a:xfrm>
            <a:off x="7695572" y="5666742"/>
            <a:ext cx="1042649" cy="333792"/>
            <a:chOff x="3580398" y="3599411"/>
            <a:chExt cx="4217674" cy="1350238"/>
          </a:xfrm>
        </p:grpSpPr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ABECC005-03A6-BDC6-E53D-5B39B3A5EFF0}"/>
                </a:ext>
              </a:extLst>
            </p:cNvPr>
            <p:cNvSpPr/>
            <p:nvPr/>
          </p:nvSpPr>
          <p:spPr>
            <a:xfrm>
              <a:off x="3580398" y="3875635"/>
              <a:ext cx="4217674" cy="1074014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353148F8-4020-0722-E22A-C5C22A37543C}"/>
                </a:ext>
              </a:extLst>
            </p:cNvPr>
            <p:cNvGrpSpPr/>
            <p:nvPr/>
          </p:nvGrpSpPr>
          <p:grpSpPr>
            <a:xfrm>
              <a:off x="5596831" y="4036467"/>
              <a:ext cx="271667" cy="504983"/>
              <a:chOff x="5699723" y="5070540"/>
              <a:chExt cx="271667" cy="504983"/>
            </a:xfrm>
          </p:grpSpPr>
          <p:sp>
            <p:nvSpPr>
              <p:cNvPr id="174" name="타원 173">
                <a:extLst>
                  <a:ext uri="{FF2B5EF4-FFF2-40B4-BE49-F238E27FC236}">
                    <a16:creationId xmlns:a16="http://schemas.microsoft.com/office/drawing/2014/main" id="{C0B4F565-9A60-5D7B-5B42-F0D4D05AA1E2}"/>
                  </a:ext>
                </a:extLst>
              </p:cNvPr>
              <p:cNvSpPr/>
              <p:nvPr/>
            </p:nvSpPr>
            <p:spPr>
              <a:xfrm>
                <a:off x="5699723" y="5303856"/>
                <a:ext cx="271667" cy="271667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02060"/>
                  </a:gs>
                  <a:gs pos="50000">
                    <a:srgbClr val="00B0F0"/>
                  </a:gs>
                  <a:gs pos="0">
                    <a:srgbClr val="49FA0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75" name="Freeform 1">
                <a:extLst>
                  <a:ext uri="{FF2B5EF4-FFF2-40B4-BE49-F238E27FC236}">
                    <a16:creationId xmlns:a16="http://schemas.microsoft.com/office/drawing/2014/main" id="{9A999BB7-05E1-4F05-34B8-39E750381E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710077" y="5070540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C4D6433-13B5-8C47-A364-5EDCA604A716}"/>
                </a:ext>
              </a:extLst>
            </p:cNvPr>
            <p:cNvGrpSpPr/>
            <p:nvPr/>
          </p:nvGrpSpPr>
          <p:grpSpPr>
            <a:xfrm>
              <a:off x="6017483" y="4110280"/>
              <a:ext cx="249238" cy="415698"/>
              <a:chOff x="5477730" y="4504236"/>
              <a:chExt cx="249238" cy="415698"/>
            </a:xfrm>
          </p:grpSpPr>
          <p:sp>
            <p:nvSpPr>
              <p:cNvPr id="177" name="타원 176">
                <a:extLst>
                  <a:ext uri="{FF2B5EF4-FFF2-40B4-BE49-F238E27FC236}">
                    <a16:creationId xmlns:a16="http://schemas.microsoft.com/office/drawing/2014/main" id="{CFE46C3C-B7B1-3A25-9BFF-6711E62D7C00}"/>
                  </a:ext>
                </a:extLst>
              </p:cNvPr>
              <p:cNvSpPr/>
              <p:nvPr/>
            </p:nvSpPr>
            <p:spPr>
              <a:xfrm>
                <a:off x="5506343" y="4734382"/>
                <a:ext cx="185552" cy="18555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78" name="Freeform 1">
                <a:extLst>
                  <a:ext uri="{FF2B5EF4-FFF2-40B4-BE49-F238E27FC236}">
                    <a16:creationId xmlns:a16="http://schemas.microsoft.com/office/drawing/2014/main" id="{9B24C4C6-F70C-241B-0568-4F53CED4C8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477730" y="4504236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3C9CC23D-F621-01C6-CECB-C1F133CA9118}"/>
                </a:ext>
              </a:extLst>
            </p:cNvPr>
            <p:cNvGrpSpPr/>
            <p:nvPr/>
          </p:nvGrpSpPr>
          <p:grpSpPr>
            <a:xfrm>
              <a:off x="4327555" y="3599411"/>
              <a:ext cx="249238" cy="455376"/>
              <a:chOff x="5164957" y="3502759"/>
              <a:chExt cx="249238" cy="455376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D2B6175B-45F6-2976-E872-13CC5A7ADCB6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81" name="Freeform 1">
                <a:extLst>
                  <a:ext uri="{FF2B5EF4-FFF2-40B4-BE49-F238E27FC236}">
                    <a16:creationId xmlns:a16="http://schemas.microsoft.com/office/drawing/2014/main" id="{7EEDEB68-25DD-53F7-586A-761BECDFBF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05716654-CB6A-7387-CC7A-AF1E3DAE1E56}"/>
                </a:ext>
              </a:extLst>
            </p:cNvPr>
            <p:cNvGrpSpPr/>
            <p:nvPr/>
          </p:nvGrpSpPr>
          <p:grpSpPr>
            <a:xfrm>
              <a:off x="4962643" y="3599411"/>
              <a:ext cx="249238" cy="455376"/>
              <a:chOff x="5164957" y="3502759"/>
              <a:chExt cx="249238" cy="455376"/>
            </a:xfrm>
          </p:grpSpPr>
          <p:sp>
            <p:nvSpPr>
              <p:cNvPr id="183" name="타원 182">
                <a:extLst>
                  <a:ext uri="{FF2B5EF4-FFF2-40B4-BE49-F238E27FC236}">
                    <a16:creationId xmlns:a16="http://schemas.microsoft.com/office/drawing/2014/main" id="{7AA63235-A9CE-A91B-826A-6A3B2F6EE4D1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84" name="Freeform 1">
                <a:extLst>
                  <a:ext uri="{FF2B5EF4-FFF2-40B4-BE49-F238E27FC236}">
                    <a16:creationId xmlns:a16="http://schemas.microsoft.com/office/drawing/2014/main" id="{6E7A7F7E-A880-FF8F-8A9A-E3CDCFFEB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3DE267CF-9A2E-93AC-C208-D9A6BF637AA5}"/>
                </a:ext>
              </a:extLst>
            </p:cNvPr>
            <p:cNvGrpSpPr/>
            <p:nvPr/>
          </p:nvGrpSpPr>
          <p:grpSpPr>
            <a:xfrm>
              <a:off x="5597731" y="3599411"/>
              <a:ext cx="249238" cy="455376"/>
              <a:chOff x="5164957" y="3502759"/>
              <a:chExt cx="249238" cy="455376"/>
            </a:xfrm>
          </p:grpSpPr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F8D76B9B-F921-F0A3-6402-85C36EFFE8BC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87" name="Freeform 1">
                <a:extLst>
                  <a:ext uri="{FF2B5EF4-FFF2-40B4-BE49-F238E27FC236}">
                    <a16:creationId xmlns:a16="http://schemas.microsoft.com/office/drawing/2014/main" id="{AD524872-D6E5-9CCD-D47E-248F1F4886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04001934-384C-5023-B3A8-35BAF22BE804}"/>
                </a:ext>
              </a:extLst>
            </p:cNvPr>
            <p:cNvGrpSpPr/>
            <p:nvPr/>
          </p:nvGrpSpPr>
          <p:grpSpPr>
            <a:xfrm>
              <a:off x="6232819" y="3599411"/>
              <a:ext cx="249238" cy="455376"/>
              <a:chOff x="5164957" y="3502759"/>
              <a:chExt cx="249238" cy="455376"/>
            </a:xfrm>
          </p:grpSpPr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11B15852-A1F6-69D2-EA81-25D8ED93F19D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90" name="Freeform 1">
                <a:extLst>
                  <a:ext uri="{FF2B5EF4-FFF2-40B4-BE49-F238E27FC236}">
                    <a16:creationId xmlns:a16="http://schemas.microsoft.com/office/drawing/2014/main" id="{071E7DD8-B641-27C6-0C76-03F98E401A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F4ADFC3D-1F5A-F911-63BB-CDA7240A791B}"/>
                </a:ext>
              </a:extLst>
            </p:cNvPr>
            <p:cNvGrpSpPr/>
            <p:nvPr/>
          </p:nvGrpSpPr>
          <p:grpSpPr>
            <a:xfrm>
              <a:off x="6867908" y="3599411"/>
              <a:ext cx="249238" cy="455376"/>
              <a:chOff x="5164957" y="3502759"/>
              <a:chExt cx="249238" cy="455376"/>
            </a:xfrm>
          </p:grpSpPr>
          <p:sp>
            <p:nvSpPr>
              <p:cNvPr id="192" name="타원 191">
                <a:extLst>
                  <a:ext uri="{FF2B5EF4-FFF2-40B4-BE49-F238E27FC236}">
                    <a16:creationId xmlns:a16="http://schemas.microsoft.com/office/drawing/2014/main" id="{A063148A-DEDE-114F-D9E8-EB1364EDF799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93" name="Freeform 1">
                <a:extLst>
                  <a:ext uri="{FF2B5EF4-FFF2-40B4-BE49-F238E27FC236}">
                    <a16:creationId xmlns:a16="http://schemas.microsoft.com/office/drawing/2014/main" id="{398F0D5B-F0ED-2D89-5A4F-9E8B197C0A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C0AAB4CE-AB08-9DE3-20F9-9EF21E3ED916}"/>
              </a:ext>
            </a:extLst>
          </p:cNvPr>
          <p:cNvGrpSpPr/>
          <p:nvPr/>
        </p:nvGrpSpPr>
        <p:grpSpPr>
          <a:xfrm>
            <a:off x="7784988" y="4381529"/>
            <a:ext cx="869850" cy="1406385"/>
            <a:chOff x="4237723" y="575596"/>
            <a:chExt cx="3245000" cy="5246560"/>
          </a:xfrm>
        </p:grpSpPr>
        <p:cxnSp>
          <p:nvCxnSpPr>
            <p:cNvPr id="195" name="직선 연결선[R] 390">
              <a:extLst>
                <a:ext uri="{FF2B5EF4-FFF2-40B4-BE49-F238E27FC236}">
                  <a16:creationId xmlns:a16="http://schemas.microsoft.com/office/drawing/2014/main" id="{006AF675-B4EE-A687-F6B6-B8681816B8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7723" y="575596"/>
              <a:ext cx="1016369" cy="524656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연결선[R] 391">
              <a:extLst>
                <a:ext uri="{FF2B5EF4-FFF2-40B4-BE49-F238E27FC236}">
                  <a16:creationId xmlns:a16="http://schemas.microsoft.com/office/drawing/2014/main" id="{9469F184-D202-98A6-AEC4-5F2CA93E1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7084" y="575597"/>
              <a:ext cx="1015639" cy="524655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46D87BEC-2B32-B2F6-5737-989EF5FDC24B}"/>
                </a:ext>
              </a:extLst>
            </p:cNvPr>
            <p:cNvGrpSpPr/>
            <p:nvPr/>
          </p:nvGrpSpPr>
          <p:grpSpPr>
            <a:xfrm>
              <a:off x="6703457" y="4626878"/>
              <a:ext cx="561736" cy="207155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199" name="현 198">
                <a:extLst>
                  <a:ext uri="{FF2B5EF4-FFF2-40B4-BE49-F238E27FC236}">
                    <a16:creationId xmlns:a16="http://schemas.microsoft.com/office/drawing/2014/main" id="{D03ED1D2-6298-D28A-6091-6D57965F682C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00" name="타원 199">
                <a:extLst>
                  <a:ext uri="{FF2B5EF4-FFF2-40B4-BE49-F238E27FC236}">
                    <a16:creationId xmlns:a16="http://schemas.microsoft.com/office/drawing/2014/main" id="{11ADADE7-5CA3-8CED-642C-DE913BABA899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01" name="자유형 399">
                <a:extLst>
                  <a:ext uri="{FF2B5EF4-FFF2-40B4-BE49-F238E27FC236}">
                    <a16:creationId xmlns:a16="http://schemas.microsoft.com/office/drawing/2014/main" id="{FBCF8304-4B3F-E579-18B8-4046C9402AC3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02" name="현 201">
                <a:extLst>
                  <a:ext uri="{FF2B5EF4-FFF2-40B4-BE49-F238E27FC236}">
                    <a16:creationId xmlns:a16="http://schemas.microsoft.com/office/drawing/2014/main" id="{621D30BF-DAFD-0478-AB96-CCBBDF1DEE47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E250FE0C-6D30-69C4-26CF-1AFE233AB809}"/>
                </a:ext>
              </a:extLst>
            </p:cNvPr>
            <p:cNvGrpSpPr/>
            <p:nvPr/>
          </p:nvGrpSpPr>
          <p:grpSpPr>
            <a:xfrm>
              <a:off x="4555516" y="3975424"/>
              <a:ext cx="536996" cy="198031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04" name="현 203">
                <a:extLst>
                  <a:ext uri="{FF2B5EF4-FFF2-40B4-BE49-F238E27FC236}">
                    <a16:creationId xmlns:a16="http://schemas.microsoft.com/office/drawing/2014/main" id="{BCB2CB32-3FB0-672C-A6CF-9A061BFB5B7F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05" name="타원 204">
                <a:extLst>
                  <a:ext uri="{FF2B5EF4-FFF2-40B4-BE49-F238E27FC236}">
                    <a16:creationId xmlns:a16="http://schemas.microsoft.com/office/drawing/2014/main" id="{6A4FCA5C-20D9-445A-5471-778EE318F65A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06" name="자유형 404">
                <a:extLst>
                  <a:ext uri="{FF2B5EF4-FFF2-40B4-BE49-F238E27FC236}">
                    <a16:creationId xmlns:a16="http://schemas.microsoft.com/office/drawing/2014/main" id="{EBCF777A-927F-0B02-5B27-ED30FDFAEFB2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07" name="현 206">
                <a:extLst>
                  <a:ext uri="{FF2B5EF4-FFF2-40B4-BE49-F238E27FC236}">
                    <a16:creationId xmlns:a16="http://schemas.microsoft.com/office/drawing/2014/main" id="{BAEAC718-0AFB-9B43-0728-3185EF1C9566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430B3DDD-3FEE-3433-DF0F-9BF52FB150F7}"/>
                </a:ext>
              </a:extLst>
            </p:cNvPr>
            <p:cNvGrpSpPr/>
            <p:nvPr/>
          </p:nvGrpSpPr>
          <p:grpSpPr>
            <a:xfrm>
              <a:off x="5334145" y="1860047"/>
              <a:ext cx="348795" cy="128627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09" name="현 208">
                <a:extLst>
                  <a:ext uri="{FF2B5EF4-FFF2-40B4-BE49-F238E27FC236}">
                    <a16:creationId xmlns:a16="http://schemas.microsoft.com/office/drawing/2014/main" id="{9001A413-9B6C-FCCC-A5CD-3B43EC033BAD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10" name="타원 209">
                <a:extLst>
                  <a:ext uri="{FF2B5EF4-FFF2-40B4-BE49-F238E27FC236}">
                    <a16:creationId xmlns:a16="http://schemas.microsoft.com/office/drawing/2014/main" id="{435A7833-392C-2C11-AED4-F260ABDEF408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11" name="자유형 409">
                <a:extLst>
                  <a:ext uri="{FF2B5EF4-FFF2-40B4-BE49-F238E27FC236}">
                    <a16:creationId xmlns:a16="http://schemas.microsoft.com/office/drawing/2014/main" id="{170A6EBC-57AD-A6B4-A2BD-8B053BF48505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12" name="현 211">
                <a:extLst>
                  <a:ext uri="{FF2B5EF4-FFF2-40B4-BE49-F238E27FC236}">
                    <a16:creationId xmlns:a16="http://schemas.microsoft.com/office/drawing/2014/main" id="{C26A3CE2-5F7E-4E71-D648-A4AE65A0DB7A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930D3B5C-9542-2BF8-831C-9D9174F214C2}"/>
                </a:ext>
              </a:extLst>
            </p:cNvPr>
            <p:cNvGrpSpPr/>
            <p:nvPr/>
          </p:nvGrpSpPr>
          <p:grpSpPr>
            <a:xfrm>
              <a:off x="5684793" y="1485056"/>
              <a:ext cx="317086" cy="116934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14" name="현 213">
                <a:extLst>
                  <a:ext uri="{FF2B5EF4-FFF2-40B4-BE49-F238E27FC236}">
                    <a16:creationId xmlns:a16="http://schemas.microsoft.com/office/drawing/2014/main" id="{03B9A18A-46F3-1645-93E4-69057A5E3954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15" name="타원 214">
                <a:extLst>
                  <a:ext uri="{FF2B5EF4-FFF2-40B4-BE49-F238E27FC236}">
                    <a16:creationId xmlns:a16="http://schemas.microsoft.com/office/drawing/2014/main" id="{CA65DC39-00C9-3754-FCAE-7801E4102AA6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16" name="자유형 414">
                <a:extLst>
                  <a:ext uri="{FF2B5EF4-FFF2-40B4-BE49-F238E27FC236}">
                    <a16:creationId xmlns:a16="http://schemas.microsoft.com/office/drawing/2014/main" id="{05E6E261-4919-3479-D36A-60E9ADCF6DC3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17" name="현 216">
                <a:extLst>
                  <a:ext uri="{FF2B5EF4-FFF2-40B4-BE49-F238E27FC236}">
                    <a16:creationId xmlns:a16="http://schemas.microsoft.com/office/drawing/2014/main" id="{92A49836-F2B5-F88F-4C98-4BFBBC1D4FD3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8E51298C-E36A-88CC-357D-F676E1826E55}"/>
                </a:ext>
              </a:extLst>
            </p:cNvPr>
            <p:cNvGrpSpPr/>
            <p:nvPr/>
          </p:nvGrpSpPr>
          <p:grpSpPr>
            <a:xfrm>
              <a:off x="5124101" y="1184534"/>
              <a:ext cx="262055" cy="9664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19" name="현 218">
                <a:extLst>
                  <a:ext uri="{FF2B5EF4-FFF2-40B4-BE49-F238E27FC236}">
                    <a16:creationId xmlns:a16="http://schemas.microsoft.com/office/drawing/2014/main" id="{FEED4E05-C8AE-67C8-008E-AD14EDFD80D4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20" name="타원 219">
                <a:extLst>
                  <a:ext uri="{FF2B5EF4-FFF2-40B4-BE49-F238E27FC236}">
                    <a16:creationId xmlns:a16="http://schemas.microsoft.com/office/drawing/2014/main" id="{AF8951AA-F680-DC0A-6DA9-287890BA5B26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21" name="자유형 419">
                <a:extLst>
                  <a:ext uri="{FF2B5EF4-FFF2-40B4-BE49-F238E27FC236}">
                    <a16:creationId xmlns:a16="http://schemas.microsoft.com/office/drawing/2014/main" id="{687238EC-5227-B8F1-CE35-016C9A1E670B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22" name="현 221">
                <a:extLst>
                  <a:ext uri="{FF2B5EF4-FFF2-40B4-BE49-F238E27FC236}">
                    <a16:creationId xmlns:a16="http://schemas.microsoft.com/office/drawing/2014/main" id="{98432482-581E-A3B5-620F-B22ED60ADE12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63D99CE3-9E72-CB5B-3E64-05EC589257F6}"/>
                </a:ext>
              </a:extLst>
            </p:cNvPr>
            <p:cNvGrpSpPr/>
            <p:nvPr/>
          </p:nvGrpSpPr>
          <p:grpSpPr>
            <a:xfrm>
              <a:off x="5419522" y="1275974"/>
              <a:ext cx="262055" cy="9664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24" name="현 223">
                <a:extLst>
                  <a:ext uri="{FF2B5EF4-FFF2-40B4-BE49-F238E27FC236}">
                    <a16:creationId xmlns:a16="http://schemas.microsoft.com/office/drawing/2014/main" id="{CAB2715C-A783-0C7C-9BBC-9EB31B245FCB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25" name="타원 224">
                <a:extLst>
                  <a:ext uri="{FF2B5EF4-FFF2-40B4-BE49-F238E27FC236}">
                    <a16:creationId xmlns:a16="http://schemas.microsoft.com/office/drawing/2014/main" id="{B6E83B89-199F-43E7-7AA3-73905268C49F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26" name="자유형 501">
                <a:extLst>
                  <a:ext uri="{FF2B5EF4-FFF2-40B4-BE49-F238E27FC236}">
                    <a16:creationId xmlns:a16="http://schemas.microsoft.com/office/drawing/2014/main" id="{C3C4D3B2-2C4A-8B0C-04FF-2B5F1D83FD1F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27" name="현 226">
                <a:extLst>
                  <a:ext uri="{FF2B5EF4-FFF2-40B4-BE49-F238E27FC236}">
                    <a16:creationId xmlns:a16="http://schemas.microsoft.com/office/drawing/2014/main" id="{3EF17D20-7DBC-EDAD-005B-3C9E84736CBB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19288890-5CAF-0FC1-824F-4DC054909467}"/>
                </a:ext>
              </a:extLst>
            </p:cNvPr>
            <p:cNvGrpSpPr/>
            <p:nvPr/>
          </p:nvGrpSpPr>
          <p:grpSpPr>
            <a:xfrm>
              <a:off x="5334145" y="1663099"/>
              <a:ext cx="348795" cy="128627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29" name="현 228">
                <a:extLst>
                  <a:ext uri="{FF2B5EF4-FFF2-40B4-BE49-F238E27FC236}">
                    <a16:creationId xmlns:a16="http://schemas.microsoft.com/office/drawing/2014/main" id="{D24D66C7-358A-D75E-D0DB-F2D688406146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0" name="타원 229">
                <a:extLst>
                  <a:ext uri="{FF2B5EF4-FFF2-40B4-BE49-F238E27FC236}">
                    <a16:creationId xmlns:a16="http://schemas.microsoft.com/office/drawing/2014/main" id="{43E30003-D0BC-6818-6CAB-A69E62C7E46E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1" name="자유형 506">
                <a:extLst>
                  <a:ext uri="{FF2B5EF4-FFF2-40B4-BE49-F238E27FC236}">
                    <a16:creationId xmlns:a16="http://schemas.microsoft.com/office/drawing/2014/main" id="{68F79F85-134D-A2D8-7CBA-60C5E2AE3A7C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2" name="현 231">
                <a:extLst>
                  <a:ext uri="{FF2B5EF4-FFF2-40B4-BE49-F238E27FC236}">
                    <a16:creationId xmlns:a16="http://schemas.microsoft.com/office/drawing/2014/main" id="{0A1DBE8C-5C63-1BB1-1472-128CDA413A01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33" name="그룹 232">
              <a:extLst>
                <a:ext uri="{FF2B5EF4-FFF2-40B4-BE49-F238E27FC236}">
                  <a16:creationId xmlns:a16="http://schemas.microsoft.com/office/drawing/2014/main" id="{718EF676-BD27-DBB0-E6EB-1CDA8DFE66E0}"/>
                </a:ext>
              </a:extLst>
            </p:cNvPr>
            <p:cNvGrpSpPr/>
            <p:nvPr/>
          </p:nvGrpSpPr>
          <p:grpSpPr>
            <a:xfrm>
              <a:off x="5690041" y="2182595"/>
              <a:ext cx="348795" cy="128627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34" name="현 233">
                <a:extLst>
                  <a:ext uri="{FF2B5EF4-FFF2-40B4-BE49-F238E27FC236}">
                    <a16:creationId xmlns:a16="http://schemas.microsoft.com/office/drawing/2014/main" id="{C5F44932-C93D-365F-8D56-9C0609555481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5" name="타원 234">
                <a:extLst>
                  <a:ext uri="{FF2B5EF4-FFF2-40B4-BE49-F238E27FC236}">
                    <a16:creationId xmlns:a16="http://schemas.microsoft.com/office/drawing/2014/main" id="{7F9570F3-29B0-A69B-BF9B-262269D2D434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6" name="자유형 511">
                <a:extLst>
                  <a:ext uri="{FF2B5EF4-FFF2-40B4-BE49-F238E27FC236}">
                    <a16:creationId xmlns:a16="http://schemas.microsoft.com/office/drawing/2014/main" id="{DC3D2444-DD90-7DB7-7ABA-557F643D27F5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7" name="현 236">
                <a:extLst>
                  <a:ext uri="{FF2B5EF4-FFF2-40B4-BE49-F238E27FC236}">
                    <a16:creationId xmlns:a16="http://schemas.microsoft.com/office/drawing/2014/main" id="{E3A5F1E9-AC5B-2FBC-FE60-FC7CA091D345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76ABD660-780D-F489-327C-3721EB03FEA7}"/>
                </a:ext>
              </a:extLst>
            </p:cNvPr>
            <p:cNvGrpSpPr/>
            <p:nvPr/>
          </p:nvGrpSpPr>
          <p:grpSpPr>
            <a:xfrm>
              <a:off x="5578040" y="4282238"/>
              <a:ext cx="561736" cy="207155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39" name="현 238">
                <a:extLst>
                  <a:ext uri="{FF2B5EF4-FFF2-40B4-BE49-F238E27FC236}">
                    <a16:creationId xmlns:a16="http://schemas.microsoft.com/office/drawing/2014/main" id="{73493F31-48D8-1076-7137-E33F4928933B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40" name="타원 239">
                <a:extLst>
                  <a:ext uri="{FF2B5EF4-FFF2-40B4-BE49-F238E27FC236}">
                    <a16:creationId xmlns:a16="http://schemas.microsoft.com/office/drawing/2014/main" id="{4BA43379-23BF-9FEE-EC12-88A63A9A6537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41" name="자유형 516">
                <a:extLst>
                  <a:ext uri="{FF2B5EF4-FFF2-40B4-BE49-F238E27FC236}">
                    <a16:creationId xmlns:a16="http://schemas.microsoft.com/office/drawing/2014/main" id="{F3956A91-957A-3AF9-7E63-2F757F8F3B0B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42" name="현 241">
                <a:extLst>
                  <a:ext uri="{FF2B5EF4-FFF2-40B4-BE49-F238E27FC236}">
                    <a16:creationId xmlns:a16="http://schemas.microsoft.com/office/drawing/2014/main" id="{B6AAF123-676B-2F5A-4522-E0FEFA90E1DF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6937F6D2-17B0-31E8-1D97-BB9BF9870B87}"/>
                </a:ext>
              </a:extLst>
            </p:cNvPr>
            <p:cNvGrpSpPr/>
            <p:nvPr/>
          </p:nvGrpSpPr>
          <p:grpSpPr>
            <a:xfrm>
              <a:off x="5104171" y="3771149"/>
              <a:ext cx="510669" cy="188323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44" name="현 243">
                <a:extLst>
                  <a:ext uri="{FF2B5EF4-FFF2-40B4-BE49-F238E27FC236}">
                    <a16:creationId xmlns:a16="http://schemas.microsoft.com/office/drawing/2014/main" id="{8DB9C10C-D2AB-D473-A8C5-D54263C536EB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45" name="타원 244">
                <a:extLst>
                  <a:ext uri="{FF2B5EF4-FFF2-40B4-BE49-F238E27FC236}">
                    <a16:creationId xmlns:a16="http://schemas.microsoft.com/office/drawing/2014/main" id="{F303BAFC-0200-9D83-DD93-812BEC6D58C3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46" name="자유형 521">
                <a:extLst>
                  <a:ext uri="{FF2B5EF4-FFF2-40B4-BE49-F238E27FC236}">
                    <a16:creationId xmlns:a16="http://schemas.microsoft.com/office/drawing/2014/main" id="{D7F194D9-FADF-BD0E-F8B1-C849DF172A2E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47" name="현 246">
                <a:extLst>
                  <a:ext uri="{FF2B5EF4-FFF2-40B4-BE49-F238E27FC236}">
                    <a16:creationId xmlns:a16="http://schemas.microsoft.com/office/drawing/2014/main" id="{8246B58B-608C-6D0C-5081-E150BBE0ADA5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591A0C65-828B-8EDB-7406-7DCCB14DB132}"/>
                </a:ext>
              </a:extLst>
            </p:cNvPr>
            <p:cNvGrpSpPr/>
            <p:nvPr/>
          </p:nvGrpSpPr>
          <p:grpSpPr>
            <a:xfrm>
              <a:off x="5589507" y="3468694"/>
              <a:ext cx="510669" cy="188323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49" name="현 248">
                <a:extLst>
                  <a:ext uri="{FF2B5EF4-FFF2-40B4-BE49-F238E27FC236}">
                    <a16:creationId xmlns:a16="http://schemas.microsoft.com/office/drawing/2014/main" id="{6949309F-D99D-4B72-C29E-7E7414D6ED4B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50" name="타원 249">
                <a:extLst>
                  <a:ext uri="{FF2B5EF4-FFF2-40B4-BE49-F238E27FC236}">
                    <a16:creationId xmlns:a16="http://schemas.microsoft.com/office/drawing/2014/main" id="{2B1BE6DE-BED8-45DC-3F57-7A7948825E12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51" name="자유형 526">
                <a:extLst>
                  <a:ext uri="{FF2B5EF4-FFF2-40B4-BE49-F238E27FC236}">
                    <a16:creationId xmlns:a16="http://schemas.microsoft.com/office/drawing/2014/main" id="{A7C36550-60A4-9FE1-9ACB-2B558BB2EC1B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52" name="현 251">
                <a:extLst>
                  <a:ext uri="{FF2B5EF4-FFF2-40B4-BE49-F238E27FC236}">
                    <a16:creationId xmlns:a16="http://schemas.microsoft.com/office/drawing/2014/main" id="{FF3DACE6-3086-FF61-902D-02A6D24416D6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53" name="그룹 252">
              <a:extLst>
                <a:ext uri="{FF2B5EF4-FFF2-40B4-BE49-F238E27FC236}">
                  <a16:creationId xmlns:a16="http://schemas.microsoft.com/office/drawing/2014/main" id="{6F434A5C-EEB5-92D6-A911-9766CCB8BED6}"/>
                </a:ext>
              </a:extLst>
            </p:cNvPr>
            <p:cNvGrpSpPr/>
            <p:nvPr/>
          </p:nvGrpSpPr>
          <p:grpSpPr>
            <a:xfrm>
              <a:off x="5626787" y="3118528"/>
              <a:ext cx="464245" cy="171203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54" name="현 253">
                <a:extLst>
                  <a:ext uri="{FF2B5EF4-FFF2-40B4-BE49-F238E27FC236}">
                    <a16:creationId xmlns:a16="http://schemas.microsoft.com/office/drawing/2014/main" id="{4D8C5560-5D46-17E5-E979-A5A064B94E58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55" name="타원 254">
                <a:extLst>
                  <a:ext uri="{FF2B5EF4-FFF2-40B4-BE49-F238E27FC236}">
                    <a16:creationId xmlns:a16="http://schemas.microsoft.com/office/drawing/2014/main" id="{4395C8FD-6C57-E9DB-A9D4-4F6A6512742A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56" name="자유형 531">
                <a:extLst>
                  <a:ext uri="{FF2B5EF4-FFF2-40B4-BE49-F238E27FC236}">
                    <a16:creationId xmlns:a16="http://schemas.microsoft.com/office/drawing/2014/main" id="{AC608973-1582-A30B-E98A-A737591D481B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57" name="현 256">
                <a:extLst>
                  <a:ext uri="{FF2B5EF4-FFF2-40B4-BE49-F238E27FC236}">
                    <a16:creationId xmlns:a16="http://schemas.microsoft.com/office/drawing/2014/main" id="{994F8665-CC1E-3CBA-C242-F2B7755501F2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535AEBB1-6D1E-1D6B-818B-5C0DC101C227}"/>
                </a:ext>
              </a:extLst>
            </p:cNvPr>
            <p:cNvGrpSpPr/>
            <p:nvPr/>
          </p:nvGrpSpPr>
          <p:grpSpPr>
            <a:xfrm>
              <a:off x="6103170" y="2929403"/>
              <a:ext cx="383674" cy="14149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59" name="현 258">
                <a:extLst>
                  <a:ext uri="{FF2B5EF4-FFF2-40B4-BE49-F238E27FC236}">
                    <a16:creationId xmlns:a16="http://schemas.microsoft.com/office/drawing/2014/main" id="{10A46273-2911-4D9B-8CFA-01A102C332EF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60" name="타원 259">
                <a:extLst>
                  <a:ext uri="{FF2B5EF4-FFF2-40B4-BE49-F238E27FC236}">
                    <a16:creationId xmlns:a16="http://schemas.microsoft.com/office/drawing/2014/main" id="{AD11923F-3A47-C08F-3481-24A444A5DF36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61" name="자유형 536">
                <a:extLst>
                  <a:ext uri="{FF2B5EF4-FFF2-40B4-BE49-F238E27FC236}">
                    <a16:creationId xmlns:a16="http://schemas.microsoft.com/office/drawing/2014/main" id="{C052571B-0F89-DBE9-22DF-62398DE2FC76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62" name="현 261">
                <a:extLst>
                  <a:ext uri="{FF2B5EF4-FFF2-40B4-BE49-F238E27FC236}">
                    <a16:creationId xmlns:a16="http://schemas.microsoft.com/office/drawing/2014/main" id="{5F7A40E0-3365-B3ED-4B1E-F896327D9A8F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8CE1E77F-1301-81D5-70E6-88FF3D4E337E}"/>
                </a:ext>
              </a:extLst>
            </p:cNvPr>
            <p:cNvGrpSpPr/>
            <p:nvPr/>
          </p:nvGrpSpPr>
          <p:grpSpPr>
            <a:xfrm>
              <a:off x="6060967" y="2591778"/>
              <a:ext cx="383674" cy="14149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64" name="현 263">
                <a:extLst>
                  <a:ext uri="{FF2B5EF4-FFF2-40B4-BE49-F238E27FC236}">
                    <a16:creationId xmlns:a16="http://schemas.microsoft.com/office/drawing/2014/main" id="{F6F8B7DF-D6F4-E29F-65CC-3CDA0997D8A2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65" name="타원 264">
                <a:extLst>
                  <a:ext uri="{FF2B5EF4-FFF2-40B4-BE49-F238E27FC236}">
                    <a16:creationId xmlns:a16="http://schemas.microsoft.com/office/drawing/2014/main" id="{0428E791-C8EE-2666-54AA-5CF63F1C55D4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66" name="자유형 541">
                <a:extLst>
                  <a:ext uri="{FF2B5EF4-FFF2-40B4-BE49-F238E27FC236}">
                    <a16:creationId xmlns:a16="http://schemas.microsoft.com/office/drawing/2014/main" id="{7FE7EDFE-FB09-7C53-464A-6A14A2859A3F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67" name="현 266">
                <a:extLst>
                  <a:ext uri="{FF2B5EF4-FFF2-40B4-BE49-F238E27FC236}">
                    <a16:creationId xmlns:a16="http://schemas.microsoft.com/office/drawing/2014/main" id="{219203BC-5DBB-198E-A5B1-D1341969A160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04A7B07F-3DCE-7EED-BDC1-A67B7996E657}"/>
                </a:ext>
              </a:extLst>
            </p:cNvPr>
            <p:cNvGrpSpPr/>
            <p:nvPr/>
          </p:nvGrpSpPr>
          <p:grpSpPr>
            <a:xfrm>
              <a:off x="6408998" y="1986266"/>
              <a:ext cx="348795" cy="128627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69" name="현 268">
                <a:extLst>
                  <a:ext uri="{FF2B5EF4-FFF2-40B4-BE49-F238E27FC236}">
                    <a16:creationId xmlns:a16="http://schemas.microsoft.com/office/drawing/2014/main" id="{9E9675F6-1EB8-BD79-8CED-4D096FF6FE58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70" name="타원 269">
                <a:extLst>
                  <a:ext uri="{FF2B5EF4-FFF2-40B4-BE49-F238E27FC236}">
                    <a16:creationId xmlns:a16="http://schemas.microsoft.com/office/drawing/2014/main" id="{E4C10B48-59FD-57B6-AE2F-2B7CA74F12F3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71" name="자유형 546">
                <a:extLst>
                  <a:ext uri="{FF2B5EF4-FFF2-40B4-BE49-F238E27FC236}">
                    <a16:creationId xmlns:a16="http://schemas.microsoft.com/office/drawing/2014/main" id="{A6B3B834-9614-9171-7C3C-778FE1DC82AD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72" name="현 271">
                <a:extLst>
                  <a:ext uri="{FF2B5EF4-FFF2-40B4-BE49-F238E27FC236}">
                    <a16:creationId xmlns:a16="http://schemas.microsoft.com/office/drawing/2014/main" id="{3A2D526F-A628-6CD6-61F2-E6E21E8C7319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73" name="그룹 272">
              <a:extLst>
                <a:ext uri="{FF2B5EF4-FFF2-40B4-BE49-F238E27FC236}">
                  <a16:creationId xmlns:a16="http://schemas.microsoft.com/office/drawing/2014/main" id="{F03923C1-C533-6B1E-DB9E-E23CF1EE8AC8}"/>
                </a:ext>
              </a:extLst>
            </p:cNvPr>
            <p:cNvGrpSpPr/>
            <p:nvPr/>
          </p:nvGrpSpPr>
          <p:grpSpPr>
            <a:xfrm>
              <a:off x="6361547" y="1584149"/>
              <a:ext cx="317086" cy="116934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74" name="현 273">
                <a:extLst>
                  <a:ext uri="{FF2B5EF4-FFF2-40B4-BE49-F238E27FC236}">
                    <a16:creationId xmlns:a16="http://schemas.microsoft.com/office/drawing/2014/main" id="{7C9FC567-84C5-68CA-8220-632409A7A589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75" name="타원 274">
                <a:extLst>
                  <a:ext uri="{FF2B5EF4-FFF2-40B4-BE49-F238E27FC236}">
                    <a16:creationId xmlns:a16="http://schemas.microsoft.com/office/drawing/2014/main" id="{37685CF7-9183-9E7B-B987-188D72737934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76" name="자유형 551">
                <a:extLst>
                  <a:ext uri="{FF2B5EF4-FFF2-40B4-BE49-F238E27FC236}">
                    <a16:creationId xmlns:a16="http://schemas.microsoft.com/office/drawing/2014/main" id="{735A9A21-2C40-B189-4605-89FEC294CE3F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77" name="현 276">
                <a:extLst>
                  <a:ext uri="{FF2B5EF4-FFF2-40B4-BE49-F238E27FC236}">
                    <a16:creationId xmlns:a16="http://schemas.microsoft.com/office/drawing/2014/main" id="{0DF58FD9-7E13-23E9-0914-7D758206318A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4E5BA813-7AA7-2212-8976-72E784AC0546}"/>
                </a:ext>
              </a:extLst>
            </p:cNvPr>
            <p:cNvGrpSpPr/>
            <p:nvPr/>
          </p:nvGrpSpPr>
          <p:grpSpPr>
            <a:xfrm>
              <a:off x="6290588" y="1010487"/>
              <a:ext cx="262055" cy="9664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79" name="현 278">
                <a:extLst>
                  <a:ext uri="{FF2B5EF4-FFF2-40B4-BE49-F238E27FC236}">
                    <a16:creationId xmlns:a16="http://schemas.microsoft.com/office/drawing/2014/main" id="{554789D4-3E85-C2BE-2371-CDE113DC17A1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80" name="타원 279">
                <a:extLst>
                  <a:ext uri="{FF2B5EF4-FFF2-40B4-BE49-F238E27FC236}">
                    <a16:creationId xmlns:a16="http://schemas.microsoft.com/office/drawing/2014/main" id="{874CA58E-E00F-CD84-5A08-40C5114F3F7F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81" name="자유형 556">
                <a:extLst>
                  <a:ext uri="{FF2B5EF4-FFF2-40B4-BE49-F238E27FC236}">
                    <a16:creationId xmlns:a16="http://schemas.microsoft.com/office/drawing/2014/main" id="{F3A14E8E-9C5A-79F1-B62B-B7F76FBAF31D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82" name="현 281">
                <a:extLst>
                  <a:ext uri="{FF2B5EF4-FFF2-40B4-BE49-F238E27FC236}">
                    <a16:creationId xmlns:a16="http://schemas.microsoft.com/office/drawing/2014/main" id="{7803CE25-0E5F-BB51-0BB5-98300A68DF4D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CC41FBEA-A7D5-0709-9293-D3852E087DB3}"/>
                </a:ext>
              </a:extLst>
            </p:cNvPr>
            <p:cNvGrpSpPr/>
            <p:nvPr/>
          </p:nvGrpSpPr>
          <p:grpSpPr>
            <a:xfrm>
              <a:off x="6017233" y="1139299"/>
              <a:ext cx="288261" cy="106304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84" name="현 283">
                <a:extLst>
                  <a:ext uri="{FF2B5EF4-FFF2-40B4-BE49-F238E27FC236}">
                    <a16:creationId xmlns:a16="http://schemas.microsoft.com/office/drawing/2014/main" id="{DD8EB2E8-D383-6C27-60BC-255FD184FD51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85" name="타원 284">
                <a:extLst>
                  <a:ext uri="{FF2B5EF4-FFF2-40B4-BE49-F238E27FC236}">
                    <a16:creationId xmlns:a16="http://schemas.microsoft.com/office/drawing/2014/main" id="{25EEA99D-A9A3-FFE3-A508-C50A99FEFDD3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86" name="자유형 561">
                <a:extLst>
                  <a:ext uri="{FF2B5EF4-FFF2-40B4-BE49-F238E27FC236}">
                    <a16:creationId xmlns:a16="http://schemas.microsoft.com/office/drawing/2014/main" id="{06E22EFC-383F-AEFE-A19B-70E2A0F9B04F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87" name="현 286">
                <a:extLst>
                  <a:ext uri="{FF2B5EF4-FFF2-40B4-BE49-F238E27FC236}">
                    <a16:creationId xmlns:a16="http://schemas.microsoft.com/office/drawing/2014/main" id="{9080B933-2DAC-D286-6CB5-D7A1BAA96E08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288" name="그룹 287">
              <a:extLst>
                <a:ext uri="{FF2B5EF4-FFF2-40B4-BE49-F238E27FC236}">
                  <a16:creationId xmlns:a16="http://schemas.microsoft.com/office/drawing/2014/main" id="{24F8571B-145D-70E3-B4C6-31FEB24E512B}"/>
                </a:ext>
              </a:extLst>
            </p:cNvPr>
            <p:cNvGrpSpPr/>
            <p:nvPr/>
          </p:nvGrpSpPr>
          <p:grpSpPr>
            <a:xfrm>
              <a:off x="6588314" y="3679709"/>
              <a:ext cx="510669" cy="188323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289" name="현 288">
                <a:extLst>
                  <a:ext uri="{FF2B5EF4-FFF2-40B4-BE49-F238E27FC236}">
                    <a16:creationId xmlns:a16="http://schemas.microsoft.com/office/drawing/2014/main" id="{44F8176E-B4DC-2B23-4A0B-B29529C5D994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90" name="타원 289">
                <a:extLst>
                  <a:ext uri="{FF2B5EF4-FFF2-40B4-BE49-F238E27FC236}">
                    <a16:creationId xmlns:a16="http://schemas.microsoft.com/office/drawing/2014/main" id="{6F8B5DDF-9BA5-8C4F-A7D4-A1B18E349CBF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91" name="자유형 566">
                <a:extLst>
                  <a:ext uri="{FF2B5EF4-FFF2-40B4-BE49-F238E27FC236}">
                    <a16:creationId xmlns:a16="http://schemas.microsoft.com/office/drawing/2014/main" id="{D38F9B62-A2F6-1C8B-30B4-7C8EA6A8FC69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92" name="현 291">
                <a:extLst>
                  <a:ext uri="{FF2B5EF4-FFF2-40B4-BE49-F238E27FC236}">
                    <a16:creationId xmlns:a16="http://schemas.microsoft.com/office/drawing/2014/main" id="{6F23F6F5-38AA-6940-9CCA-E59CBB0D4762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</p:grp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FC73DA3F-6363-DAAA-DB0A-B22A26C47511}"/>
              </a:ext>
            </a:extLst>
          </p:cNvPr>
          <p:cNvSpPr/>
          <p:nvPr/>
        </p:nvSpPr>
        <p:spPr>
          <a:xfrm>
            <a:off x="9681754" y="4290060"/>
            <a:ext cx="853512" cy="1557367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+mn-ea"/>
            </a:endParaRPr>
          </a:p>
        </p:txBody>
      </p: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00658CBF-BE0C-42CD-FA1C-4AAC996301EC}"/>
              </a:ext>
            </a:extLst>
          </p:cNvPr>
          <p:cNvGrpSpPr/>
          <p:nvPr/>
        </p:nvGrpSpPr>
        <p:grpSpPr>
          <a:xfrm>
            <a:off x="9493773" y="5426874"/>
            <a:ext cx="698475" cy="533139"/>
            <a:chOff x="824764" y="2282907"/>
            <a:chExt cx="2464225" cy="1880918"/>
          </a:xfrm>
        </p:grpSpPr>
        <p:sp>
          <p:nvSpPr>
            <p:cNvPr id="296" name="타원 295">
              <a:extLst>
                <a:ext uri="{FF2B5EF4-FFF2-40B4-BE49-F238E27FC236}">
                  <a16:creationId xmlns:a16="http://schemas.microsoft.com/office/drawing/2014/main" id="{2437E7B8-20A9-13C3-1536-FC69A46D15B7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97" name="타원 296">
              <a:extLst>
                <a:ext uri="{FF2B5EF4-FFF2-40B4-BE49-F238E27FC236}">
                  <a16:creationId xmlns:a16="http://schemas.microsoft.com/office/drawing/2014/main" id="{A78BEAF7-7067-59A0-8246-E9621B2F864C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98" name="타원 297">
              <a:extLst>
                <a:ext uri="{FF2B5EF4-FFF2-40B4-BE49-F238E27FC236}">
                  <a16:creationId xmlns:a16="http://schemas.microsoft.com/office/drawing/2014/main" id="{A2D6D6C1-0D25-636C-3008-AA9F1C69F8FE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99" name="타원 298">
              <a:extLst>
                <a:ext uri="{FF2B5EF4-FFF2-40B4-BE49-F238E27FC236}">
                  <a16:creationId xmlns:a16="http://schemas.microsoft.com/office/drawing/2014/main" id="{E4A41D36-F6D0-9F9A-9AC2-30ADF0741A07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00" name="타원 299">
              <a:extLst>
                <a:ext uri="{FF2B5EF4-FFF2-40B4-BE49-F238E27FC236}">
                  <a16:creationId xmlns:a16="http://schemas.microsoft.com/office/drawing/2014/main" id="{9723BCE4-5D83-C169-3E20-864BFC1D880B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01" name="타원 300">
              <a:extLst>
                <a:ext uri="{FF2B5EF4-FFF2-40B4-BE49-F238E27FC236}">
                  <a16:creationId xmlns:a16="http://schemas.microsoft.com/office/drawing/2014/main" id="{9F804EBA-8598-8812-85C9-0C415A397B76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02" name="타원 301">
              <a:extLst>
                <a:ext uri="{FF2B5EF4-FFF2-40B4-BE49-F238E27FC236}">
                  <a16:creationId xmlns:a16="http://schemas.microsoft.com/office/drawing/2014/main" id="{820FFFC3-9D65-30E3-F7A0-4C53E3F907DC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03" name="타원 302">
              <a:extLst>
                <a:ext uri="{FF2B5EF4-FFF2-40B4-BE49-F238E27FC236}">
                  <a16:creationId xmlns:a16="http://schemas.microsoft.com/office/drawing/2014/main" id="{F8BE13C9-D73F-B1DD-0DB5-396CE6B3D43E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04" name="타원 303">
              <a:extLst>
                <a:ext uri="{FF2B5EF4-FFF2-40B4-BE49-F238E27FC236}">
                  <a16:creationId xmlns:a16="http://schemas.microsoft.com/office/drawing/2014/main" id="{D28701E5-2EAE-01FD-24D8-640BACC285AB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05" name="Freeform 1">
              <a:extLst>
                <a:ext uri="{FF2B5EF4-FFF2-40B4-BE49-F238E27FC236}">
                  <a16:creationId xmlns:a16="http://schemas.microsoft.com/office/drawing/2014/main" id="{4FD44587-DE11-DF59-DC01-704F2EB5C0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06" name="Freeform 1">
              <a:extLst>
                <a:ext uri="{FF2B5EF4-FFF2-40B4-BE49-F238E27FC236}">
                  <a16:creationId xmlns:a16="http://schemas.microsoft.com/office/drawing/2014/main" id="{EAD5E82F-5FAD-0C36-C5A6-6D83CC6F36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07" name="Freeform 1">
              <a:extLst>
                <a:ext uri="{FF2B5EF4-FFF2-40B4-BE49-F238E27FC236}">
                  <a16:creationId xmlns:a16="http://schemas.microsoft.com/office/drawing/2014/main" id="{E5EF6722-1887-FE75-D6DC-5238A3F9BC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08" name="Freeform 1">
              <a:extLst>
                <a:ext uri="{FF2B5EF4-FFF2-40B4-BE49-F238E27FC236}">
                  <a16:creationId xmlns:a16="http://schemas.microsoft.com/office/drawing/2014/main" id="{31E3011B-9833-BC7C-53DD-F2CEF50CE9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09" name="Freeform 1">
              <a:extLst>
                <a:ext uri="{FF2B5EF4-FFF2-40B4-BE49-F238E27FC236}">
                  <a16:creationId xmlns:a16="http://schemas.microsoft.com/office/drawing/2014/main" id="{D9BA5802-748A-4106-C019-BCDF44E96D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dirty="0">
                <a:solidFill>
                  <a:schemeClr val="lt1"/>
                </a:solidFill>
              </a:endParaRPr>
            </a:p>
          </p:txBody>
        </p:sp>
        <p:sp>
          <p:nvSpPr>
            <p:cNvPr id="310" name="Freeform 1">
              <a:extLst>
                <a:ext uri="{FF2B5EF4-FFF2-40B4-BE49-F238E27FC236}">
                  <a16:creationId xmlns:a16="http://schemas.microsoft.com/office/drawing/2014/main" id="{03179BF3-6A45-7026-03E3-F6D6099331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11" name="Freeform 1">
              <a:extLst>
                <a:ext uri="{FF2B5EF4-FFF2-40B4-BE49-F238E27FC236}">
                  <a16:creationId xmlns:a16="http://schemas.microsoft.com/office/drawing/2014/main" id="{D14D84CF-6A96-3D96-ABB3-28D10DA52E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B319A902-AABB-8F54-1AD8-2D59BCF35F27}"/>
              </a:ext>
            </a:extLst>
          </p:cNvPr>
          <p:cNvGrpSpPr/>
          <p:nvPr/>
        </p:nvGrpSpPr>
        <p:grpSpPr>
          <a:xfrm>
            <a:off x="10092241" y="4158410"/>
            <a:ext cx="698475" cy="533139"/>
            <a:chOff x="824764" y="2282907"/>
            <a:chExt cx="2464225" cy="1880918"/>
          </a:xfrm>
        </p:grpSpPr>
        <p:sp>
          <p:nvSpPr>
            <p:cNvPr id="313" name="타원 312">
              <a:extLst>
                <a:ext uri="{FF2B5EF4-FFF2-40B4-BE49-F238E27FC236}">
                  <a16:creationId xmlns:a16="http://schemas.microsoft.com/office/drawing/2014/main" id="{4E85C509-8F4C-542F-490F-E2B0FAD2C6CC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14" name="타원 313">
              <a:extLst>
                <a:ext uri="{FF2B5EF4-FFF2-40B4-BE49-F238E27FC236}">
                  <a16:creationId xmlns:a16="http://schemas.microsoft.com/office/drawing/2014/main" id="{89679F5F-3C1C-B2E6-AB2B-779D1220519C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15" name="타원 314">
              <a:extLst>
                <a:ext uri="{FF2B5EF4-FFF2-40B4-BE49-F238E27FC236}">
                  <a16:creationId xmlns:a16="http://schemas.microsoft.com/office/drawing/2014/main" id="{F17AA909-28E8-BB1B-7CE9-05590AC43763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316" name="타원 315">
              <a:extLst>
                <a:ext uri="{FF2B5EF4-FFF2-40B4-BE49-F238E27FC236}">
                  <a16:creationId xmlns:a16="http://schemas.microsoft.com/office/drawing/2014/main" id="{E3E9FA82-E977-D9B5-B68F-D16F5A9E9305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17" name="타원 316">
              <a:extLst>
                <a:ext uri="{FF2B5EF4-FFF2-40B4-BE49-F238E27FC236}">
                  <a16:creationId xmlns:a16="http://schemas.microsoft.com/office/drawing/2014/main" id="{D1DCB2A9-5BEA-B20E-2677-B1C3A26B9B69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18" name="타원 317">
              <a:extLst>
                <a:ext uri="{FF2B5EF4-FFF2-40B4-BE49-F238E27FC236}">
                  <a16:creationId xmlns:a16="http://schemas.microsoft.com/office/drawing/2014/main" id="{0DA1CED1-EEE5-46F1-640E-3F1A62B41543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19" name="타원 318">
              <a:extLst>
                <a:ext uri="{FF2B5EF4-FFF2-40B4-BE49-F238E27FC236}">
                  <a16:creationId xmlns:a16="http://schemas.microsoft.com/office/drawing/2014/main" id="{6E8DD8DF-EF27-BBA5-DFE1-139DC4C3B151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20" name="타원 319">
              <a:extLst>
                <a:ext uri="{FF2B5EF4-FFF2-40B4-BE49-F238E27FC236}">
                  <a16:creationId xmlns:a16="http://schemas.microsoft.com/office/drawing/2014/main" id="{2FA656AF-5B57-0DE0-EF06-66B128A90C52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21" name="타원 320">
              <a:extLst>
                <a:ext uri="{FF2B5EF4-FFF2-40B4-BE49-F238E27FC236}">
                  <a16:creationId xmlns:a16="http://schemas.microsoft.com/office/drawing/2014/main" id="{DC0CCE7C-9A47-E1F5-8DDE-F831BD99C381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22" name="Freeform 1">
              <a:extLst>
                <a:ext uri="{FF2B5EF4-FFF2-40B4-BE49-F238E27FC236}">
                  <a16:creationId xmlns:a16="http://schemas.microsoft.com/office/drawing/2014/main" id="{E0EF7CD4-D80D-7B23-6062-8B19C2CF0D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23" name="Freeform 1">
              <a:extLst>
                <a:ext uri="{FF2B5EF4-FFF2-40B4-BE49-F238E27FC236}">
                  <a16:creationId xmlns:a16="http://schemas.microsoft.com/office/drawing/2014/main" id="{8FFB063B-B764-6A0D-66C0-493F7C6EBB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24" name="Freeform 1">
              <a:extLst>
                <a:ext uri="{FF2B5EF4-FFF2-40B4-BE49-F238E27FC236}">
                  <a16:creationId xmlns:a16="http://schemas.microsoft.com/office/drawing/2014/main" id="{53DE1062-4AC5-38AB-797D-FF69599BE3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25" name="Freeform 1">
              <a:extLst>
                <a:ext uri="{FF2B5EF4-FFF2-40B4-BE49-F238E27FC236}">
                  <a16:creationId xmlns:a16="http://schemas.microsoft.com/office/drawing/2014/main" id="{FB62B21D-52AF-6DB2-0E7B-482802DBCB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26" name="Freeform 1">
              <a:extLst>
                <a:ext uri="{FF2B5EF4-FFF2-40B4-BE49-F238E27FC236}">
                  <a16:creationId xmlns:a16="http://schemas.microsoft.com/office/drawing/2014/main" id="{435E3172-2FD3-BB47-3509-B1989D9428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27" name="Freeform 1">
              <a:extLst>
                <a:ext uri="{FF2B5EF4-FFF2-40B4-BE49-F238E27FC236}">
                  <a16:creationId xmlns:a16="http://schemas.microsoft.com/office/drawing/2014/main" id="{15A6403D-B7AF-7494-73F7-D70E9C0FC5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28" name="Freeform 1">
              <a:extLst>
                <a:ext uri="{FF2B5EF4-FFF2-40B4-BE49-F238E27FC236}">
                  <a16:creationId xmlns:a16="http://schemas.microsoft.com/office/drawing/2014/main" id="{5F345D76-4CCF-88A8-3D85-2463C2AC55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sp>
        <p:nvSpPr>
          <p:cNvPr id="329" name="화살표: 오른쪽 328">
            <a:extLst>
              <a:ext uri="{FF2B5EF4-FFF2-40B4-BE49-F238E27FC236}">
                <a16:creationId xmlns:a16="http://schemas.microsoft.com/office/drawing/2014/main" id="{FFE520DE-CC66-2DA1-4507-679BAE3010BB}"/>
              </a:ext>
            </a:extLst>
          </p:cNvPr>
          <p:cNvSpPr/>
          <p:nvPr/>
        </p:nvSpPr>
        <p:spPr>
          <a:xfrm rot="13500000">
            <a:off x="9102201" y="5464307"/>
            <a:ext cx="502335" cy="312142"/>
          </a:xfrm>
          <a:prstGeom prst="rightArrow">
            <a:avLst/>
          </a:prstGeom>
          <a:solidFill>
            <a:srgbClr val="FF0000">
              <a:alpha val="5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A8B9F594-DD61-D61C-413A-B9D87F1EBAEE}"/>
              </a:ext>
            </a:extLst>
          </p:cNvPr>
          <p:cNvSpPr/>
          <p:nvPr/>
        </p:nvSpPr>
        <p:spPr>
          <a:xfrm>
            <a:off x="1055440" y="4256334"/>
            <a:ext cx="1854995" cy="150810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</a:bodyPr>
          <a:lstStyle/>
          <a:p>
            <a:r>
              <a:rPr kumimoji="1" lang="en-US" altLang="ko-KR" sz="1400" dirty="0">
                <a:solidFill>
                  <a:schemeClr val="tx1"/>
                </a:solidFill>
              </a:rPr>
              <a:t>2. turn the table battle</a:t>
            </a: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시작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던전 </a:t>
            </a:r>
            <a:r>
              <a:rPr kumimoji="1" lang="en-US" altLang="ko-KR" sz="1400" dirty="0">
                <a:solidFill>
                  <a:schemeClr val="tx1"/>
                </a:solidFill>
              </a:rPr>
              <a:t>40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배틀 </a:t>
            </a:r>
            <a:r>
              <a:rPr kumimoji="1" lang="en-US" altLang="ko-KR" sz="1400" dirty="0">
                <a:solidFill>
                  <a:schemeClr val="tx1"/>
                </a:solidFill>
              </a:rPr>
              <a:t>: 20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시작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던전 </a:t>
            </a:r>
            <a:r>
              <a:rPr kumimoji="1" lang="en-US" altLang="ko-KR" sz="1400" dirty="0">
                <a:solidFill>
                  <a:schemeClr val="tx1"/>
                </a:solidFill>
              </a:rPr>
              <a:t>40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배틀 </a:t>
            </a:r>
            <a:r>
              <a:rPr kumimoji="1" lang="en-US" altLang="ko-KR" sz="1400" dirty="0">
                <a:solidFill>
                  <a:schemeClr val="tx1"/>
                </a:solidFill>
              </a:rPr>
              <a:t>: 20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시작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던전 </a:t>
            </a:r>
            <a:r>
              <a:rPr kumimoji="1" lang="en-US" altLang="ko-KR" sz="1400" dirty="0">
                <a:solidFill>
                  <a:schemeClr val="tx1"/>
                </a:solidFill>
              </a:rPr>
              <a:t>40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배틀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죽을때</a:t>
            </a:r>
            <a:r>
              <a:rPr kumimoji="1" lang="ko-KR" altLang="en-US" sz="1400" dirty="0">
                <a:solidFill>
                  <a:schemeClr val="tx1"/>
                </a:solidFill>
              </a:rPr>
              <a:t> 까지</a:t>
            </a:r>
          </a:p>
        </p:txBody>
      </p:sp>
      <p:cxnSp>
        <p:nvCxnSpPr>
          <p:cNvPr id="333" name="직선 화살표 연결선 332">
            <a:extLst>
              <a:ext uri="{FF2B5EF4-FFF2-40B4-BE49-F238E27FC236}">
                <a16:creationId xmlns:a16="http://schemas.microsoft.com/office/drawing/2014/main" id="{5401A65D-0D6B-9887-6B3C-57CA63E05604}"/>
              </a:ext>
            </a:extLst>
          </p:cNvPr>
          <p:cNvCxnSpPr>
            <a:stCxn id="37" idx="3"/>
            <a:endCxn id="93" idx="1"/>
          </p:cNvCxnSpPr>
          <p:nvPr/>
        </p:nvCxnSpPr>
        <p:spPr>
          <a:xfrm>
            <a:off x="4466592" y="5068744"/>
            <a:ext cx="1392687" cy="0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직선 화살표 연결선 333">
            <a:extLst>
              <a:ext uri="{FF2B5EF4-FFF2-40B4-BE49-F238E27FC236}">
                <a16:creationId xmlns:a16="http://schemas.microsoft.com/office/drawing/2014/main" id="{355DD520-45E8-EA48-1417-D1C4A66C4488}"/>
              </a:ext>
            </a:extLst>
          </p:cNvPr>
          <p:cNvCxnSpPr>
            <a:cxnSpLocks/>
            <a:stCxn id="93" idx="3"/>
            <a:endCxn id="130" idx="1"/>
          </p:cNvCxnSpPr>
          <p:nvPr/>
        </p:nvCxnSpPr>
        <p:spPr>
          <a:xfrm>
            <a:off x="6712791" y="5068744"/>
            <a:ext cx="1077350" cy="0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직선 화살표 연결선 336">
            <a:extLst>
              <a:ext uri="{FF2B5EF4-FFF2-40B4-BE49-F238E27FC236}">
                <a16:creationId xmlns:a16="http://schemas.microsoft.com/office/drawing/2014/main" id="{48FB47EB-BF74-C52B-3115-76DE49D8E5DD}"/>
              </a:ext>
            </a:extLst>
          </p:cNvPr>
          <p:cNvCxnSpPr>
            <a:cxnSpLocks/>
            <a:stCxn id="130" idx="3"/>
            <a:endCxn id="294" idx="1"/>
          </p:cNvCxnSpPr>
          <p:nvPr/>
        </p:nvCxnSpPr>
        <p:spPr>
          <a:xfrm>
            <a:off x="8643653" y="5068744"/>
            <a:ext cx="1038101" cy="0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직선 화살표 연결선 339">
            <a:extLst>
              <a:ext uri="{FF2B5EF4-FFF2-40B4-BE49-F238E27FC236}">
                <a16:creationId xmlns:a16="http://schemas.microsoft.com/office/drawing/2014/main" id="{9E16207B-F1C6-3A82-793F-5CB183EB8E7A}"/>
              </a:ext>
            </a:extLst>
          </p:cNvPr>
          <p:cNvCxnSpPr>
            <a:cxnSpLocks/>
            <a:stCxn id="294" idx="3"/>
            <a:endCxn id="93" idx="2"/>
          </p:cNvCxnSpPr>
          <p:nvPr/>
        </p:nvCxnSpPr>
        <p:spPr>
          <a:xfrm flipH="1">
            <a:off x="6286035" y="5068744"/>
            <a:ext cx="4249231" cy="778683"/>
          </a:xfrm>
          <a:prstGeom prst="bentConnector4">
            <a:avLst>
              <a:gd name="adj1" fmla="val -5380"/>
              <a:gd name="adj2" fmla="val 161650"/>
            </a:avLst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직사각형 343">
            <a:extLst>
              <a:ext uri="{FF2B5EF4-FFF2-40B4-BE49-F238E27FC236}">
                <a16:creationId xmlns:a16="http://schemas.microsoft.com/office/drawing/2014/main" id="{5653735E-BFB6-895F-7E0C-ECFC7C8B0027}"/>
              </a:ext>
            </a:extLst>
          </p:cNvPr>
          <p:cNvSpPr/>
          <p:nvPr/>
        </p:nvSpPr>
        <p:spPr>
          <a:xfrm>
            <a:off x="1055440" y="2131363"/>
            <a:ext cx="1760097" cy="64633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</a:bodyPr>
          <a:lstStyle/>
          <a:p>
            <a:r>
              <a:rPr kumimoji="1" lang="en-US" altLang="ko-KR" sz="1400" dirty="0">
                <a:solidFill>
                  <a:schemeClr val="tx1"/>
                </a:solidFill>
              </a:rPr>
              <a:t>1. Spec Battle</a:t>
            </a: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- </a:t>
            </a:r>
            <a:r>
              <a:rPr kumimoji="1" lang="ko-KR" altLang="en-US" sz="1400" dirty="0">
                <a:solidFill>
                  <a:schemeClr val="tx1"/>
                </a:solidFill>
              </a:rPr>
              <a:t>사냥 없이 바로 시작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endParaRPr kumimoji="1"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46" name="직사각형 345">
            <a:extLst>
              <a:ext uri="{FF2B5EF4-FFF2-40B4-BE49-F238E27FC236}">
                <a16:creationId xmlns:a16="http://schemas.microsoft.com/office/drawing/2014/main" id="{40EE4C65-3214-7299-1E6F-DE95B10F17AE}"/>
              </a:ext>
            </a:extLst>
          </p:cNvPr>
          <p:cNvSpPr/>
          <p:nvPr/>
        </p:nvSpPr>
        <p:spPr>
          <a:xfrm>
            <a:off x="3613080" y="1531620"/>
            <a:ext cx="853512" cy="1557367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+mn-ea"/>
            </a:endParaRPr>
          </a:p>
        </p:txBody>
      </p: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F32C4721-AB05-FC8C-59D6-239F3BA1C338}"/>
              </a:ext>
            </a:extLst>
          </p:cNvPr>
          <p:cNvGrpSpPr/>
          <p:nvPr/>
        </p:nvGrpSpPr>
        <p:grpSpPr>
          <a:xfrm>
            <a:off x="3420512" y="2685729"/>
            <a:ext cx="698475" cy="533139"/>
            <a:chOff x="824764" y="2282907"/>
            <a:chExt cx="2464225" cy="1880918"/>
          </a:xfrm>
        </p:grpSpPr>
        <p:sp>
          <p:nvSpPr>
            <p:cNvPr id="348" name="타원 347">
              <a:extLst>
                <a:ext uri="{FF2B5EF4-FFF2-40B4-BE49-F238E27FC236}">
                  <a16:creationId xmlns:a16="http://schemas.microsoft.com/office/drawing/2014/main" id="{88183744-7C75-970A-B03B-85588C3FD891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49" name="타원 348">
              <a:extLst>
                <a:ext uri="{FF2B5EF4-FFF2-40B4-BE49-F238E27FC236}">
                  <a16:creationId xmlns:a16="http://schemas.microsoft.com/office/drawing/2014/main" id="{14ABD68B-CC2A-305D-1E70-9277FC5CE672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0" name="타원 349">
              <a:extLst>
                <a:ext uri="{FF2B5EF4-FFF2-40B4-BE49-F238E27FC236}">
                  <a16:creationId xmlns:a16="http://schemas.microsoft.com/office/drawing/2014/main" id="{AAF3F6E7-1C30-68E8-1ED5-A6E6A67125A1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351" name="타원 350">
              <a:extLst>
                <a:ext uri="{FF2B5EF4-FFF2-40B4-BE49-F238E27FC236}">
                  <a16:creationId xmlns:a16="http://schemas.microsoft.com/office/drawing/2014/main" id="{179CBA36-AE43-D633-5124-7334AF4C9DCE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2" name="타원 351">
              <a:extLst>
                <a:ext uri="{FF2B5EF4-FFF2-40B4-BE49-F238E27FC236}">
                  <a16:creationId xmlns:a16="http://schemas.microsoft.com/office/drawing/2014/main" id="{B020F8CE-4122-227C-37F6-047A6D132E6B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3" name="타원 352">
              <a:extLst>
                <a:ext uri="{FF2B5EF4-FFF2-40B4-BE49-F238E27FC236}">
                  <a16:creationId xmlns:a16="http://schemas.microsoft.com/office/drawing/2014/main" id="{F7953054-C3F7-81EE-B72D-EF22F0813990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4" name="타원 353">
              <a:extLst>
                <a:ext uri="{FF2B5EF4-FFF2-40B4-BE49-F238E27FC236}">
                  <a16:creationId xmlns:a16="http://schemas.microsoft.com/office/drawing/2014/main" id="{ED439DD4-D408-2464-A8E3-87FA53EE236F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5" name="타원 354">
              <a:extLst>
                <a:ext uri="{FF2B5EF4-FFF2-40B4-BE49-F238E27FC236}">
                  <a16:creationId xmlns:a16="http://schemas.microsoft.com/office/drawing/2014/main" id="{C3A87506-597A-603D-FE16-37B082438E92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6" name="타원 355">
              <a:extLst>
                <a:ext uri="{FF2B5EF4-FFF2-40B4-BE49-F238E27FC236}">
                  <a16:creationId xmlns:a16="http://schemas.microsoft.com/office/drawing/2014/main" id="{919F9A1E-DCF9-711A-6FD6-60FFE8FD399B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7" name="Freeform 1">
              <a:extLst>
                <a:ext uri="{FF2B5EF4-FFF2-40B4-BE49-F238E27FC236}">
                  <a16:creationId xmlns:a16="http://schemas.microsoft.com/office/drawing/2014/main" id="{CE687171-5D7F-1B73-3BA5-D7441689F8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58" name="Freeform 1">
              <a:extLst>
                <a:ext uri="{FF2B5EF4-FFF2-40B4-BE49-F238E27FC236}">
                  <a16:creationId xmlns:a16="http://schemas.microsoft.com/office/drawing/2014/main" id="{B6569684-95D7-5B9F-0063-F722D99205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59" name="Freeform 1">
              <a:extLst>
                <a:ext uri="{FF2B5EF4-FFF2-40B4-BE49-F238E27FC236}">
                  <a16:creationId xmlns:a16="http://schemas.microsoft.com/office/drawing/2014/main" id="{75FE7133-1BAE-E326-A76A-06011A7A0E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60" name="Freeform 1">
              <a:extLst>
                <a:ext uri="{FF2B5EF4-FFF2-40B4-BE49-F238E27FC236}">
                  <a16:creationId xmlns:a16="http://schemas.microsoft.com/office/drawing/2014/main" id="{A5799FC6-905B-4B87-B4C7-83F1B2E7D7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61" name="Freeform 1">
              <a:extLst>
                <a:ext uri="{FF2B5EF4-FFF2-40B4-BE49-F238E27FC236}">
                  <a16:creationId xmlns:a16="http://schemas.microsoft.com/office/drawing/2014/main" id="{E0B1C153-B090-8A06-7165-E1E695DC28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62" name="Freeform 1">
              <a:extLst>
                <a:ext uri="{FF2B5EF4-FFF2-40B4-BE49-F238E27FC236}">
                  <a16:creationId xmlns:a16="http://schemas.microsoft.com/office/drawing/2014/main" id="{59A33882-B5BC-AC21-F953-121270748E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63" name="Freeform 1">
              <a:extLst>
                <a:ext uri="{FF2B5EF4-FFF2-40B4-BE49-F238E27FC236}">
                  <a16:creationId xmlns:a16="http://schemas.microsoft.com/office/drawing/2014/main" id="{BFA45A82-1984-0713-E3A9-030412C036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364" name="그룹 363">
            <a:extLst>
              <a:ext uri="{FF2B5EF4-FFF2-40B4-BE49-F238E27FC236}">
                <a16:creationId xmlns:a16="http://schemas.microsoft.com/office/drawing/2014/main" id="{8FD80E6F-26DF-B727-31BB-88BC7DA9DFE1}"/>
              </a:ext>
            </a:extLst>
          </p:cNvPr>
          <p:cNvGrpSpPr/>
          <p:nvPr/>
        </p:nvGrpSpPr>
        <p:grpSpPr>
          <a:xfrm>
            <a:off x="3974377" y="1481627"/>
            <a:ext cx="698475" cy="533139"/>
            <a:chOff x="824764" y="2282907"/>
            <a:chExt cx="2464225" cy="1880918"/>
          </a:xfrm>
        </p:grpSpPr>
        <p:sp>
          <p:nvSpPr>
            <p:cNvPr id="365" name="타원 364">
              <a:extLst>
                <a:ext uri="{FF2B5EF4-FFF2-40B4-BE49-F238E27FC236}">
                  <a16:creationId xmlns:a16="http://schemas.microsoft.com/office/drawing/2014/main" id="{F38DB6F6-D5EF-6777-CC49-0CBA070D81E4}"/>
                </a:ext>
              </a:extLst>
            </p:cNvPr>
            <p:cNvSpPr/>
            <p:nvPr/>
          </p:nvSpPr>
          <p:spPr>
            <a:xfrm>
              <a:off x="1391765" y="2837681"/>
              <a:ext cx="1300077" cy="807245"/>
            </a:xfrm>
            <a:prstGeom prst="ellipse">
              <a:avLst/>
            </a:prstGeom>
            <a:noFill/>
            <a:ln w="3175">
              <a:solidFill>
                <a:schemeClr val="bg1">
                  <a:alpha val="3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66" name="타원 365">
              <a:extLst>
                <a:ext uri="{FF2B5EF4-FFF2-40B4-BE49-F238E27FC236}">
                  <a16:creationId xmlns:a16="http://schemas.microsoft.com/office/drawing/2014/main" id="{B90071C9-5299-38D8-8967-291156E484B5}"/>
                </a:ext>
              </a:extLst>
            </p:cNvPr>
            <p:cNvSpPr/>
            <p:nvPr/>
          </p:nvSpPr>
          <p:spPr>
            <a:xfrm>
              <a:off x="1905970" y="3105470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67" name="타원 366">
              <a:extLst>
                <a:ext uri="{FF2B5EF4-FFF2-40B4-BE49-F238E27FC236}">
                  <a16:creationId xmlns:a16="http://schemas.microsoft.com/office/drawing/2014/main" id="{F1072BD9-ADF3-5081-D4F8-CBCD3C78F521}"/>
                </a:ext>
              </a:extLst>
            </p:cNvPr>
            <p:cNvSpPr/>
            <p:nvPr/>
          </p:nvSpPr>
          <p:spPr>
            <a:xfrm>
              <a:off x="824764" y="2523788"/>
              <a:ext cx="2457718" cy="1529726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368" name="타원 367">
              <a:extLst>
                <a:ext uri="{FF2B5EF4-FFF2-40B4-BE49-F238E27FC236}">
                  <a16:creationId xmlns:a16="http://schemas.microsoft.com/office/drawing/2014/main" id="{73DCF419-FF7C-1C32-8CE4-959565A54A0F}"/>
                </a:ext>
              </a:extLst>
            </p:cNvPr>
            <p:cNvSpPr/>
            <p:nvPr/>
          </p:nvSpPr>
          <p:spPr>
            <a:xfrm>
              <a:off x="2045420" y="393930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69" name="타원 368">
              <a:extLst>
                <a:ext uri="{FF2B5EF4-FFF2-40B4-BE49-F238E27FC236}">
                  <a16:creationId xmlns:a16="http://schemas.microsoft.com/office/drawing/2014/main" id="{42C57B9B-4D67-1917-FF11-E7ECFC3B1D34}"/>
                </a:ext>
              </a:extLst>
            </p:cNvPr>
            <p:cNvSpPr/>
            <p:nvPr/>
          </p:nvSpPr>
          <p:spPr>
            <a:xfrm>
              <a:off x="939395" y="357098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70" name="타원 369">
              <a:extLst>
                <a:ext uri="{FF2B5EF4-FFF2-40B4-BE49-F238E27FC236}">
                  <a16:creationId xmlns:a16="http://schemas.microsoft.com/office/drawing/2014/main" id="{86FFB9ED-4709-12BC-BAAF-C19C888E8BCE}"/>
                </a:ext>
              </a:extLst>
            </p:cNvPr>
            <p:cNvSpPr/>
            <p:nvPr/>
          </p:nvSpPr>
          <p:spPr>
            <a:xfrm>
              <a:off x="1383564" y="2513765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71" name="타원 370">
              <a:extLst>
                <a:ext uri="{FF2B5EF4-FFF2-40B4-BE49-F238E27FC236}">
                  <a16:creationId xmlns:a16="http://schemas.microsoft.com/office/drawing/2014/main" id="{0CA26CDE-5311-C409-CE07-18F6ED1C3EC8}"/>
                </a:ext>
              </a:extLst>
            </p:cNvPr>
            <p:cNvSpPr/>
            <p:nvPr/>
          </p:nvSpPr>
          <p:spPr>
            <a:xfrm>
              <a:off x="2621126" y="2542302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72" name="타원 371">
              <a:extLst>
                <a:ext uri="{FF2B5EF4-FFF2-40B4-BE49-F238E27FC236}">
                  <a16:creationId xmlns:a16="http://schemas.microsoft.com/office/drawing/2014/main" id="{1119AC37-A74E-EBED-19BD-F1A15F8D4F53}"/>
                </a:ext>
              </a:extLst>
            </p:cNvPr>
            <p:cNvSpPr/>
            <p:nvPr/>
          </p:nvSpPr>
          <p:spPr>
            <a:xfrm>
              <a:off x="3050958" y="347383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73" name="타원 372">
              <a:extLst>
                <a:ext uri="{FF2B5EF4-FFF2-40B4-BE49-F238E27FC236}">
                  <a16:creationId xmlns:a16="http://schemas.microsoft.com/office/drawing/2014/main" id="{4D5CA641-8089-2B88-140C-13B0D814A99B}"/>
                </a:ext>
              </a:extLst>
            </p:cNvPr>
            <p:cNvSpPr/>
            <p:nvPr/>
          </p:nvSpPr>
          <p:spPr>
            <a:xfrm>
              <a:off x="1712590" y="3514530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74" name="Freeform 1">
              <a:extLst>
                <a:ext uri="{FF2B5EF4-FFF2-40B4-BE49-F238E27FC236}">
                  <a16:creationId xmlns:a16="http://schemas.microsoft.com/office/drawing/2014/main" id="{BEB61AC1-9CEB-B485-B789-53AE56E7EB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16324" y="287215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75" name="Freeform 1">
              <a:extLst>
                <a:ext uri="{FF2B5EF4-FFF2-40B4-BE49-F238E27FC236}">
                  <a16:creationId xmlns:a16="http://schemas.microsoft.com/office/drawing/2014/main" id="{02A180AA-0666-6D3C-5971-67063A71FB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3977" y="3284384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76" name="Freeform 1">
              <a:extLst>
                <a:ext uri="{FF2B5EF4-FFF2-40B4-BE49-F238E27FC236}">
                  <a16:creationId xmlns:a16="http://schemas.microsoft.com/office/drawing/2014/main" id="{7101AB3E-FCD0-EAC7-194E-26F2305D58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71204" y="2282907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77" name="Freeform 1">
              <a:extLst>
                <a:ext uri="{FF2B5EF4-FFF2-40B4-BE49-F238E27FC236}">
                  <a16:creationId xmlns:a16="http://schemas.microsoft.com/office/drawing/2014/main" id="{3A7D7C84-5061-F9C2-51B9-E549D4A477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21126" y="2320673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78" name="Freeform 1">
              <a:extLst>
                <a:ext uri="{FF2B5EF4-FFF2-40B4-BE49-F238E27FC236}">
                  <a16:creationId xmlns:a16="http://schemas.microsoft.com/office/drawing/2014/main" id="{C39E36DF-8810-8743-1ADA-76EA6BD62D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39751" y="3245051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79" name="Freeform 1">
              <a:extLst>
                <a:ext uri="{FF2B5EF4-FFF2-40B4-BE49-F238E27FC236}">
                  <a16:creationId xmlns:a16="http://schemas.microsoft.com/office/drawing/2014/main" id="{8244E83E-543C-7837-EE0A-5A49952FB7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28751" y="3726595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  <p:sp>
          <p:nvSpPr>
            <p:cNvPr id="380" name="Freeform 1">
              <a:extLst>
                <a:ext uri="{FF2B5EF4-FFF2-40B4-BE49-F238E27FC236}">
                  <a16:creationId xmlns:a16="http://schemas.microsoft.com/office/drawing/2014/main" id="{D83E798C-2016-2F9D-68C0-A915FD04D6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4469" y="3344346"/>
              <a:ext cx="249238" cy="276225"/>
            </a:xfrm>
            <a:custGeom>
              <a:avLst/>
              <a:gdLst>
                <a:gd name="T0" fmla="*/ 346 w 692"/>
                <a:gd name="T1" fmla="*/ 0 h 766"/>
                <a:gd name="T2" fmla="*/ 427 w 692"/>
                <a:gd name="T3" fmla="*/ 74 h 766"/>
                <a:gd name="T4" fmla="*/ 346 w 692"/>
                <a:gd name="T5" fmla="*/ 154 h 766"/>
                <a:gd name="T6" fmla="*/ 272 w 692"/>
                <a:gd name="T7" fmla="*/ 74 h 766"/>
                <a:gd name="T8" fmla="*/ 346 w 692"/>
                <a:gd name="T9" fmla="*/ 0 h 766"/>
                <a:gd name="T10" fmla="*/ 691 w 692"/>
                <a:gd name="T11" fmla="*/ 265 h 766"/>
                <a:gd name="T12" fmla="*/ 463 w 692"/>
                <a:gd name="T13" fmla="*/ 265 h 766"/>
                <a:gd name="T14" fmla="*/ 463 w 692"/>
                <a:gd name="T15" fmla="*/ 765 h 766"/>
                <a:gd name="T16" fmla="*/ 390 w 692"/>
                <a:gd name="T17" fmla="*/ 765 h 766"/>
                <a:gd name="T18" fmla="*/ 390 w 692"/>
                <a:gd name="T19" fmla="*/ 537 h 766"/>
                <a:gd name="T20" fmla="*/ 309 w 692"/>
                <a:gd name="T21" fmla="*/ 537 h 766"/>
                <a:gd name="T22" fmla="*/ 309 w 692"/>
                <a:gd name="T23" fmla="*/ 765 h 766"/>
                <a:gd name="T24" fmla="*/ 235 w 692"/>
                <a:gd name="T25" fmla="*/ 765 h 766"/>
                <a:gd name="T26" fmla="*/ 235 w 692"/>
                <a:gd name="T27" fmla="*/ 265 h 766"/>
                <a:gd name="T28" fmla="*/ 0 w 692"/>
                <a:gd name="T29" fmla="*/ 265 h 766"/>
                <a:gd name="T30" fmla="*/ 0 w 692"/>
                <a:gd name="T31" fmla="*/ 191 h 766"/>
                <a:gd name="T32" fmla="*/ 691 w 692"/>
                <a:gd name="T33" fmla="*/ 191 h 766"/>
                <a:gd name="T34" fmla="*/ 691 w 692"/>
                <a:gd name="T35" fmla="*/ 265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2" h="766">
                  <a:moveTo>
                    <a:pt x="346" y="0"/>
                  </a:moveTo>
                  <a:cubicBezTo>
                    <a:pt x="390" y="0"/>
                    <a:pt x="427" y="33"/>
                    <a:pt x="427" y="74"/>
                  </a:cubicBezTo>
                  <a:cubicBezTo>
                    <a:pt x="427" y="114"/>
                    <a:pt x="386" y="154"/>
                    <a:pt x="346" y="154"/>
                  </a:cubicBezTo>
                  <a:cubicBezTo>
                    <a:pt x="305" y="154"/>
                    <a:pt x="272" y="114"/>
                    <a:pt x="272" y="74"/>
                  </a:cubicBezTo>
                  <a:cubicBezTo>
                    <a:pt x="272" y="33"/>
                    <a:pt x="309" y="0"/>
                    <a:pt x="346" y="0"/>
                  </a:cubicBezTo>
                  <a:close/>
                  <a:moveTo>
                    <a:pt x="691" y="265"/>
                  </a:moveTo>
                  <a:lnTo>
                    <a:pt x="463" y="265"/>
                  </a:lnTo>
                  <a:lnTo>
                    <a:pt x="463" y="765"/>
                  </a:lnTo>
                  <a:lnTo>
                    <a:pt x="390" y="765"/>
                  </a:lnTo>
                  <a:lnTo>
                    <a:pt x="390" y="537"/>
                  </a:lnTo>
                  <a:lnTo>
                    <a:pt x="309" y="537"/>
                  </a:lnTo>
                  <a:lnTo>
                    <a:pt x="309" y="765"/>
                  </a:lnTo>
                  <a:lnTo>
                    <a:pt x="235" y="765"/>
                  </a:lnTo>
                  <a:lnTo>
                    <a:pt x="235" y="265"/>
                  </a:lnTo>
                  <a:lnTo>
                    <a:pt x="0" y="265"/>
                  </a:lnTo>
                  <a:lnTo>
                    <a:pt x="0" y="191"/>
                  </a:lnTo>
                  <a:lnTo>
                    <a:pt x="691" y="191"/>
                  </a:lnTo>
                  <a:lnTo>
                    <a:pt x="691" y="26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100000">
                  <a:schemeClr val="accent4"/>
                </a:gs>
                <a:gs pos="56000">
                  <a:schemeClr val="accent4">
                    <a:lumMod val="20000"/>
                    <a:lumOff val="80000"/>
                  </a:schemeClr>
                </a:gs>
                <a:gs pos="40000">
                  <a:schemeClr val="accent4">
                    <a:lumMod val="20000"/>
                    <a:lumOff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>
                <a:solidFill>
                  <a:schemeClr val="lt1"/>
                </a:solidFill>
              </a:endParaRPr>
            </a:p>
          </p:txBody>
        </p:sp>
      </p:grp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B11180DA-EA1A-AE7E-213A-0C9E56661C22}"/>
              </a:ext>
            </a:extLst>
          </p:cNvPr>
          <p:cNvSpPr/>
          <p:nvPr/>
        </p:nvSpPr>
        <p:spPr>
          <a:xfrm>
            <a:off x="266771" y="777776"/>
            <a:ext cx="1794594" cy="61555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</a:bodyPr>
          <a:lstStyle/>
          <a:p>
            <a:r>
              <a:rPr kumimoji="1" lang="en-US" altLang="ko-KR" sz="4000" b="1" dirty="0">
                <a:solidFill>
                  <a:schemeClr val="tx1"/>
                </a:solidFill>
              </a:rPr>
              <a:t>BATTLE</a:t>
            </a:r>
            <a:endParaRPr kumimoji="1" lang="ko-KR" altLang="en-US" sz="4000" b="1" dirty="0">
              <a:solidFill>
                <a:schemeClr val="tx1"/>
              </a:solidFill>
            </a:endParaRPr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F6D4593F-F18E-E0B1-782A-A684DB55E983}"/>
              </a:ext>
            </a:extLst>
          </p:cNvPr>
          <p:cNvSpPr/>
          <p:nvPr/>
        </p:nvSpPr>
        <p:spPr>
          <a:xfrm>
            <a:off x="5636566" y="1684095"/>
            <a:ext cx="5639364" cy="43088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</a:bodyPr>
          <a:lstStyle/>
          <a:p>
            <a:r>
              <a:rPr kumimoji="1" lang="ko-KR" altLang="en-US" sz="1400" dirty="0">
                <a:solidFill>
                  <a:schemeClr val="tx1"/>
                </a:solidFill>
              </a:rPr>
              <a:t>시간이 지나면 </a:t>
            </a:r>
            <a:r>
              <a:rPr kumimoji="1" lang="en-US" altLang="ko-KR" sz="1400" dirty="0">
                <a:solidFill>
                  <a:schemeClr val="tx1"/>
                </a:solidFill>
              </a:rPr>
              <a:t>(</a:t>
            </a:r>
            <a:r>
              <a:rPr kumimoji="1" lang="ko-KR" altLang="en-US" sz="1400" dirty="0">
                <a:solidFill>
                  <a:schemeClr val="tx1"/>
                </a:solidFill>
              </a:rPr>
              <a:t>공전</a:t>
            </a:r>
            <a:r>
              <a:rPr kumimoji="1" lang="en-US" altLang="ko-KR" sz="1400" dirty="0">
                <a:solidFill>
                  <a:schemeClr val="tx1"/>
                </a:solidFill>
              </a:rPr>
              <a:t>-</a:t>
            </a:r>
            <a:r>
              <a:rPr kumimoji="1" lang="ko-KR" altLang="en-US" sz="1400">
                <a:solidFill>
                  <a:schemeClr val="tx1"/>
                </a:solidFill>
              </a:rPr>
              <a:t>별자리까지 다 돌면</a:t>
            </a:r>
            <a:r>
              <a:rPr kumimoji="1" lang="en-US" altLang="ko-KR" sz="1400">
                <a:solidFill>
                  <a:schemeClr val="tx1"/>
                </a:solidFill>
              </a:rPr>
              <a:t>)</a:t>
            </a:r>
            <a:r>
              <a:rPr kumimoji="1" lang="ko-KR" altLang="en-US" sz="1400" dirty="0">
                <a:solidFill>
                  <a:schemeClr val="tx1"/>
                </a:solidFill>
              </a:rPr>
              <a:t> 기력</a:t>
            </a:r>
            <a:r>
              <a:rPr kumimoji="1" lang="en-US" altLang="ko-KR" sz="1400" dirty="0">
                <a:solidFill>
                  <a:schemeClr val="tx1"/>
                </a:solidFill>
              </a:rPr>
              <a:t>(</a:t>
            </a:r>
            <a:r>
              <a:rPr kumimoji="1" lang="ko-KR" altLang="en-US" sz="1400" dirty="0">
                <a:solidFill>
                  <a:schemeClr val="tx1"/>
                </a:solidFill>
              </a:rPr>
              <a:t>생성</a:t>
            </a:r>
            <a:r>
              <a:rPr kumimoji="1" lang="en-US" altLang="ko-KR" sz="1400" dirty="0">
                <a:solidFill>
                  <a:schemeClr val="tx1"/>
                </a:solidFill>
              </a:rPr>
              <a:t>) </a:t>
            </a:r>
            <a:r>
              <a:rPr kumimoji="1" lang="ko-KR" altLang="en-US" sz="1400" dirty="0">
                <a:solidFill>
                  <a:schemeClr val="tx1"/>
                </a:solidFill>
              </a:rPr>
              <a:t>숫자가 아닌 개수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ko-KR" altLang="en-US" sz="1400" dirty="0">
                <a:solidFill>
                  <a:schemeClr val="tx1"/>
                </a:solidFill>
              </a:rPr>
              <a:t>해당 개수로 스킬 업</a:t>
            </a:r>
          </a:p>
        </p:txBody>
      </p:sp>
    </p:spTree>
    <p:extLst>
      <p:ext uri="{BB962C8B-B14F-4D97-AF65-F5344CB8AC3E}">
        <p14:creationId xmlns:p14="http://schemas.microsoft.com/office/powerpoint/2010/main" val="1909102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직사각형 507">
            <a:extLst>
              <a:ext uri="{FF2B5EF4-FFF2-40B4-BE49-F238E27FC236}">
                <a16:creationId xmlns:a16="http://schemas.microsoft.com/office/drawing/2014/main" id="{2EBB6359-896A-800E-CEBF-EC517790F73F}"/>
              </a:ext>
            </a:extLst>
          </p:cNvPr>
          <p:cNvSpPr/>
          <p:nvPr/>
        </p:nvSpPr>
        <p:spPr>
          <a:xfrm>
            <a:off x="3885334" y="2251607"/>
            <a:ext cx="1696535" cy="3095596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BDA12F-6534-8A13-B2B2-216CE5F1A5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3B2EB742-9F1A-1D0C-E2CB-127CAC151BAD}"/>
              </a:ext>
            </a:extLst>
          </p:cNvPr>
          <p:cNvGrpSpPr/>
          <p:nvPr/>
        </p:nvGrpSpPr>
        <p:grpSpPr>
          <a:xfrm>
            <a:off x="9786909" y="1186173"/>
            <a:ext cx="561736" cy="207155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169" name="현 168">
              <a:extLst>
                <a:ext uri="{FF2B5EF4-FFF2-40B4-BE49-F238E27FC236}">
                  <a16:creationId xmlns:a16="http://schemas.microsoft.com/office/drawing/2014/main" id="{E3CC6B0E-4AE1-3089-A25B-30F8D047FC89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6418F861-8636-DF25-ECBC-4F75B1D2814B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71" name="자유형 399">
              <a:extLst>
                <a:ext uri="{FF2B5EF4-FFF2-40B4-BE49-F238E27FC236}">
                  <a16:creationId xmlns:a16="http://schemas.microsoft.com/office/drawing/2014/main" id="{EF9FB3D7-16F9-47DC-46F2-F53C38A4947C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72" name="현 171">
              <a:extLst>
                <a:ext uri="{FF2B5EF4-FFF2-40B4-BE49-F238E27FC236}">
                  <a16:creationId xmlns:a16="http://schemas.microsoft.com/office/drawing/2014/main" id="{B2DF2ACC-F9C1-6862-E255-4A7C4AE22E7B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C8338E07-BD43-62B7-8D4C-49A6AF2590D3}"/>
              </a:ext>
            </a:extLst>
          </p:cNvPr>
          <p:cNvSpPr/>
          <p:nvPr/>
        </p:nvSpPr>
        <p:spPr>
          <a:xfrm>
            <a:off x="6677612" y="2251607"/>
            <a:ext cx="1696535" cy="3095596"/>
          </a:xfrm>
          <a:prstGeom prst="rect">
            <a:avLst/>
          </a:prstGeom>
          <a:gradFill flip="none" rotWithShape="1">
            <a:gsLst>
              <a:gs pos="0">
                <a:srgbClr val="0B0121"/>
              </a:gs>
              <a:gs pos="100000">
                <a:srgbClr val="251D78"/>
              </a:gs>
            </a:gsLst>
            <a:lin ang="189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+mn-ea"/>
            </a:endParaRPr>
          </a:p>
        </p:txBody>
      </p: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98BC1320-6983-9465-499A-AAE567072FE3}"/>
              </a:ext>
            </a:extLst>
          </p:cNvPr>
          <p:cNvGrpSpPr/>
          <p:nvPr/>
        </p:nvGrpSpPr>
        <p:grpSpPr>
          <a:xfrm>
            <a:off x="6489636" y="4514891"/>
            <a:ext cx="2072485" cy="663482"/>
            <a:chOff x="3580398" y="3599411"/>
            <a:chExt cx="4217674" cy="1350238"/>
          </a:xfrm>
        </p:grpSpPr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ABECC005-03A6-BDC6-E53D-5B39B3A5EFF0}"/>
                </a:ext>
              </a:extLst>
            </p:cNvPr>
            <p:cNvSpPr/>
            <p:nvPr/>
          </p:nvSpPr>
          <p:spPr>
            <a:xfrm>
              <a:off x="3580398" y="3875635"/>
              <a:ext cx="4217674" cy="1074014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353148F8-4020-0722-E22A-C5C22A37543C}"/>
                </a:ext>
              </a:extLst>
            </p:cNvPr>
            <p:cNvGrpSpPr/>
            <p:nvPr/>
          </p:nvGrpSpPr>
          <p:grpSpPr>
            <a:xfrm>
              <a:off x="5596831" y="4036467"/>
              <a:ext cx="271667" cy="504983"/>
              <a:chOff x="5699723" y="5070540"/>
              <a:chExt cx="271667" cy="504983"/>
            </a:xfrm>
          </p:grpSpPr>
          <p:sp>
            <p:nvSpPr>
              <p:cNvPr id="174" name="타원 173">
                <a:extLst>
                  <a:ext uri="{FF2B5EF4-FFF2-40B4-BE49-F238E27FC236}">
                    <a16:creationId xmlns:a16="http://schemas.microsoft.com/office/drawing/2014/main" id="{C0B4F565-9A60-5D7B-5B42-F0D4D05AA1E2}"/>
                  </a:ext>
                </a:extLst>
              </p:cNvPr>
              <p:cNvSpPr/>
              <p:nvPr/>
            </p:nvSpPr>
            <p:spPr>
              <a:xfrm>
                <a:off x="5699723" y="5303856"/>
                <a:ext cx="271667" cy="271667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02060"/>
                  </a:gs>
                  <a:gs pos="50000">
                    <a:srgbClr val="00B0F0"/>
                  </a:gs>
                  <a:gs pos="0">
                    <a:srgbClr val="49FA0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75" name="Freeform 1">
                <a:extLst>
                  <a:ext uri="{FF2B5EF4-FFF2-40B4-BE49-F238E27FC236}">
                    <a16:creationId xmlns:a16="http://schemas.microsoft.com/office/drawing/2014/main" id="{9A999BB7-05E1-4F05-34B8-39E750381E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710077" y="5070540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C4D6433-13B5-8C47-A364-5EDCA604A716}"/>
                </a:ext>
              </a:extLst>
            </p:cNvPr>
            <p:cNvGrpSpPr/>
            <p:nvPr/>
          </p:nvGrpSpPr>
          <p:grpSpPr>
            <a:xfrm>
              <a:off x="6017483" y="4110280"/>
              <a:ext cx="249238" cy="415698"/>
              <a:chOff x="5477730" y="4504236"/>
              <a:chExt cx="249238" cy="415698"/>
            </a:xfrm>
          </p:grpSpPr>
          <p:sp>
            <p:nvSpPr>
              <p:cNvPr id="177" name="타원 176">
                <a:extLst>
                  <a:ext uri="{FF2B5EF4-FFF2-40B4-BE49-F238E27FC236}">
                    <a16:creationId xmlns:a16="http://schemas.microsoft.com/office/drawing/2014/main" id="{CFE46C3C-B7B1-3A25-9BFF-6711E62D7C00}"/>
                  </a:ext>
                </a:extLst>
              </p:cNvPr>
              <p:cNvSpPr/>
              <p:nvPr/>
            </p:nvSpPr>
            <p:spPr>
              <a:xfrm>
                <a:off x="5506343" y="4734382"/>
                <a:ext cx="185552" cy="18555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78" name="Freeform 1">
                <a:extLst>
                  <a:ext uri="{FF2B5EF4-FFF2-40B4-BE49-F238E27FC236}">
                    <a16:creationId xmlns:a16="http://schemas.microsoft.com/office/drawing/2014/main" id="{9B24C4C6-F70C-241B-0568-4F53CED4C8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477730" y="4504236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3C9CC23D-F621-01C6-CECB-C1F133CA9118}"/>
                </a:ext>
              </a:extLst>
            </p:cNvPr>
            <p:cNvGrpSpPr/>
            <p:nvPr/>
          </p:nvGrpSpPr>
          <p:grpSpPr>
            <a:xfrm>
              <a:off x="4327555" y="3599411"/>
              <a:ext cx="249238" cy="455376"/>
              <a:chOff x="5164957" y="3502759"/>
              <a:chExt cx="249238" cy="455376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D2B6175B-45F6-2976-E872-13CC5A7ADCB6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81" name="Freeform 1">
                <a:extLst>
                  <a:ext uri="{FF2B5EF4-FFF2-40B4-BE49-F238E27FC236}">
                    <a16:creationId xmlns:a16="http://schemas.microsoft.com/office/drawing/2014/main" id="{7EEDEB68-25DD-53F7-586A-761BECDFBF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05716654-CB6A-7387-CC7A-AF1E3DAE1E56}"/>
                </a:ext>
              </a:extLst>
            </p:cNvPr>
            <p:cNvGrpSpPr/>
            <p:nvPr/>
          </p:nvGrpSpPr>
          <p:grpSpPr>
            <a:xfrm>
              <a:off x="4962643" y="3599411"/>
              <a:ext cx="249238" cy="455376"/>
              <a:chOff x="5164957" y="3502759"/>
              <a:chExt cx="249238" cy="455376"/>
            </a:xfrm>
          </p:grpSpPr>
          <p:sp>
            <p:nvSpPr>
              <p:cNvPr id="183" name="타원 182">
                <a:extLst>
                  <a:ext uri="{FF2B5EF4-FFF2-40B4-BE49-F238E27FC236}">
                    <a16:creationId xmlns:a16="http://schemas.microsoft.com/office/drawing/2014/main" id="{7AA63235-A9CE-A91B-826A-6A3B2F6EE4D1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84" name="Freeform 1">
                <a:extLst>
                  <a:ext uri="{FF2B5EF4-FFF2-40B4-BE49-F238E27FC236}">
                    <a16:creationId xmlns:a16="http://schemas.microsoft.com/office/drawing/2014/main" id="{6E7A7F7E-A880-FF8F-8A9A-E3CDCFFEB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3DE267CF-9A2E-93AC-C208-D9A6BF637AA5}"/>
                </a:ext>
              </a:extLst>
            </p:cNvPr>
            <p:cNvGrpSpPr/>
            <p:nvPr/>
          </p:nvGrpSpPr>
          <p:grpSpPr>
            <a:xfrm>
              <a:off x="5597731" y="3599411"/>
              <a:ext cx="249238" cy="455376"/>
              <a:chOff x="5164957" y="3502759"/>
              <a:chExt cx="249238" cy="455376"/>
            </a:xfrm>
          </p:grpSpPr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F8D76B9B-F921-F0A3-6402-85C36EFFE8BC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87" name="Freeform 1">
                <a:extLst>
                  <a:ext uri="{FF2B5EF4-FFF2-40B4-BE49-F238E27FC236}">
                    <a16:creationId xmlns:a16="http://schemas.microsoft.com/office/drawing/2014/main" id="{AD524872-D6E5-9CCD-D47E-248F1F4886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04001934-384C-5023-B3A8-35BAF22BE804}"/>
                </a:ext>
              </a:extLst>
            </p:cNvPr>
            <p:cNvGrpSpPr/>
            <p:nvPr/>
          </p:nvGrpSpPr>
          <p:grpSpPr>
            <a:xfrm>
              <a:off x="6232819" y="3599411"/>
              <a:ext cx="249238" cy="455376"/>
              <a:chOff x="5164957" y="3502759"/>
              <a:chExt cx="249238" cy="455376"/>
            </a:xfrm>
          </p:grpSpPr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11B15852-A1F6-69D2-EA81-25D8ED93F19D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90" name="Freeform 1">
                <a:extLst>
                  <a:ext uri="{FF2B5EF4-FFF2-40B4-BE49-F238E27FC236}">
                    <a16:creationId xmlns:a16="http://schemas.microsoft.com/office/drawing/2014/main" id="{071E7DD8-B641-27C6-0C76-03F98E401A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F4ADFC3D-1F5A-F911-63BB-CDA7240A791B}"/>
                </a:ext>
              </a:extLst>
            </p:cNvPr>
            <p:cNvGrpSpPr/>
            <p:nvPr/>
          </p:nvGrpSpPr>
          <p:grpSpPr>
            <a:xfrm>
              <a:off x="6867908" y="3599411"/>
              <a:ext cx="249238" cy="455376"/>
              <a:chOff x="5164957" y="3502759"/>
              <a:chExt cx="249238" cy="455376"/>
            </a:xfrm>
          </p:grpSpPr>
          <p:sp>
            <p:nvSpPr>
              <p:cNvPr id="192" name="타원 191">
                <a:extLst>
                  <a:ext uri="{FF2B5EF4-FFF2-40B4-BE49-F238E27FC236}">
                    <a16:creationId xmlns:a16="http://schemas.microsoft.com/office/drawing/2014/main" id="{A063148A-DEDE-114F-D9E8-EB1364EDF799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93" name="Freeform 1">
                <a:extLst>
                  <a:ext uri="{FF2B5EF4-FFF2-40B4-BE49-F238E27FC236}">
                    <a16:creationId xmlns:a16="http://schemas.microsoft.com/office/drawing/2014/main" id="{398F0D5B-F0ED-2D89-5A4F-9E8B197C0A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</p:grpSp>
      <p:cxnSp>
        <p:nvCxnSpPr>
          <p:cNvPr id="195" name="직선 연결선[R] 390">
            <a:extLst>
              <a:ext uri="{FF2B5EF4-FFF2-40B4-BE49-F238E27FC236}">
                <a16:creationId xmlns:a16="http://schemas.microsoft.com/office/drawing/2014/main" id="{006AF675-B4EE-A687-F6B6-B8681816B895}"/>
              </a:ext>
            </a:extLst>
          </p:cNvPr>
          <p:cNvCxnSpPr>
            <a:cxnSpLocks/>
          </p:cNvCxnSpPr>
          <p:nvPr/>
        </p:nvCxnSpPr>
        <p:spPr>
          <a:xfrm flipV="1">
            <a:off x="6667369" y="2433421"/>
            <a:ext cx="541545" cy="2795487"/>
          </a:xfrm>
          <a:prstGeom prst="line">
            <a:avLst/>
          </a:prstGeom>
          <a:ln w="12700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[R] 391">
            <a:extLst>
              <a:ext uri="{FF2B5EF4-FFF2-40B4-BE49-F238E27FC236}">
                <a16:creationId xmlns:a16="http://schemas.microsoft.com/office/drawing/2014/main" id="{9469F184-D202-98A6-AEC4-5F2CA93E1EE6}"/>
              </a:ext>
            </a:extLst>
          </p:cNvPr>
          <p:cNvCxnSpPr>
            <a:cxnSpLocks/>
          </p:cNvCxnSpPr>
          <p:nvPr/>
        </p:nvCxnSpPr>
        <p:spPr>
          <a:xfrm flipH="1" flipV="1">
            <a:off x="7855224" y="2433422"/>
            <a:ext cx="541156" cy="2795486"/>
          </a:xfrm>
          <a:prstGeom prst="line">
            <a:avLst/>
          </a:prstGeom>
          <a:ln w="12700">
            <a:solidFill>
              <a:srgbClr val="FF0000"/>
            </a:solidFill>
            <a:prstDash val="dash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46D87BEC-2B32-B2F6-5737-989EF5FDC24B}"/>
              </a:ext>
            </a:extLst>
          </p:cNvPr>
          <p:cNvGrpSpPr/>
          <p:nvPr/>
        </p:nvGrpSpPr>
        <p:grpSpPr>
          <a:xfrm>
            <a:off x="7981169" y="4592037"/>
            <a:ext cx="299306" cy="110377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199" name="현 198">
              <a:extLst>
                <a:ext uri="{FF2B5EF4-FFF2-40B4-BE49-F238E27FC236}">
                  <a16:creationId xmlns:a16="http://schemas.microsoft.com/office/drawing/2014/main" id="{D03ED1D2-6298-D28A-6091-6D57965F682C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11ADADE7-5CA3-8CED-642C-DE913BABA899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1" name="자유형 399">
              <a:extLst>
                <a:ext uri="{FF2B5EF4-FFF2-40B4-BE49-F238E27FC236}">
                  <a16:creationId xmlns:a16="http://schemas.microsoft.com/office/drawing/2014/main" id="{FBCF8304-4B3F-E579-18B8-4046C9402AC3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2" name="현 201">
              <a:extLst>
                <a:ext uri="{FF2B5EF4-FFF2-40B4-BE49-F238E27FC236}">
                  <a16:creationId xmlns:a16="http://schemas.microsoft.com/office/drawing/2014/main" id="{621D30BF-DAFD-0478-AB96-CCBBDF1DEE47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E250FE0C-6D30-69C4-26CF-1AFE233AB809}"/>
              </a:ext>
            </a:extLst>
          </p:cNvPr>
          <p:cNvGrpSpPr/>
          <p:nvPr/>
        </p:nvGrpSpPr>
        <p:grpSpPr>
          <a:xfrm>
            <a:off x="6836696" y="4244927"/>
            <a:ext cx="286124" cy="105515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204" name="현 203">
              <a:extLst>
                <a:ext uri="{FF2B5EF4-FFF2-40B4-BE49-F238E27FC236}">
                  <a16:creationId xmlns:a16="http://schemas.microsoft.com/office/drawing/2014/main" id="{BCB2CB32-3FB0-672C-A6CF-9A061BFB5B7F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6A4FCA5C-20D9-445A-5471-778EE318F65A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6" name="자유형 404">
              <a:extLst>
                <a:ext uri="{FF2B5EF4-FFF2-40B4-BE49-F238E27FC236}">
                  <a16:creationId xmlns:a16="http://schemas.microsoft.com/office/drawing/2014/main" id="{EBCF777A-927F-0B02-5B27-ED30FDFAEFB2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7" name="현 206">
              <a:extLst>
                <a:ext uri="{FF2B5EF4-FFF2-40B4-BE49-F238E27FC236}">
                  <a16:creationId xmlns:a16="http://schemas.microsoft.com/office/drawing/2014/main" id="{BAEAC718-0AFB-9B43-0728-3185EF1C9566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76ABD660-780D-F489-327C-3721EB03FEA7}"/>
              </a:ext>
            </a:extLst>
          </p:cNvPr>
          <p:cNvGrpSpPr/>
          <p:nvPr/>
        </p:nvGrpSpPr>
        <p:grpSpPr>
          <a:xfrm>
            <a:off x="7381521" y="4408405"/>
            <a:ext cx="299306" cy="110377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239" name="현 238">
              <a:extLst>
                <a:ext uri="{FF2B5EF4-FFF2-40B4-BE49-F238E27FC236}">
                  <a16:creationId xmlns:a16="http://schemas.microsoft.com/office/drawing/2014/main" id="{73493F31-48D8-1076-7137-E33F4928933B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4BA43379-23BF-9FEE-EC12-88A63A9A6537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41" name="자유형 516">
              <a:extLst>
                <a:ext uri="{FF2B5EF4-FFF2-40B4-BE49-F238E27FC236}">
                  <a16:creationId xmlns:a16="http://schemas.microsoft.com/office/drawing/2014/main" id="{F3956A91-957A-3AF9-7E63-2F757F8F3B0B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42" name="현 241">
              <a:extLst>
                <a:ext uri="{FF2B5EF4-FFF2-40B4-BE49-F238E27FC236}">
                  <a16:creationId xmlns:a16="http://schemas.microsoft.com/office/drawing/2014/main" id="{B6AAF123-676B-2F5A-4522-E0FEFA90E1DF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243" name="그룹 242">
            <a:extLst>
              <a:ext uri="{FF2B5EF4-FFF2-40B4-BE49-F238E27FC236}">
                <a16:creationId xmlns:a16="http://schemas.microsoft.com/office/drawing/2014/main" id="{6937F6D2-17B0-31E8-1D97-BB9BF9870B87}"/>
              </a:ext>
            </a:extLst>
          </p:cNvPr>
          <p:cNvGrpSpPr/>
          <p:nvPr/>
        </p:nvGrpSpPr>
        <p:grpSpPr>
          <a:xfrm>
            <a:off x="7129033" y="4136085"/>
            <a:ext cx="272096" cy="100343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244" name="현 243">
              <a:extLst>
                <a:ext uri="{FF2B5EF4-FFF2-40B4-BE49-F238E27FC236}">
                  <a16:creationId xmlns:a16="http://schemas.microsoft.com/office/drawing/2014/main" id="{8DB9C10C-D2AB-D473-A8C5-D54263C536EB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F303BAFC-0200-9D83-DD93-812BEC6D58C3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46" name="자유형 521">
              <a:extLst>
                <a:ext uri="{FF2B5EF4-FFF2-40B4-BE49-F238E27FC236}">
                  <a16:creationId xmlns:a16="http://schemas.microsoft.com/office/drawing/2014/main" id="{D7F194D9-FADF-BD0E-F8B1-C849DF172A2E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47" name="현 246">
              <a:extLst>
                <a:ext uri="{FF2B5EF4-FFF2-40B4-BE49-F238E27FC236}">
                  <a16:creationId xmlns:a16="http://schemas.microsoft.com/office/drawing/2014/main" id="{8246B58B-608C-6D0C-5081-E150BBE0ADA5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591A0C65-828B-8EDB-7406-7DCCB14DB132}"/>
              </a:ext>
            </a:extLst>
          </p:cNvPr>
          <p:cNvGrpSpPr/>
          <p:nvPr/>
        </p:nvGrpSpPr>
        <p:grpSpPr>
          <a:xfrm>
            <a:off x="7387631" y="3974930"/>
            <a:ext cx="272096" cy="100343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249" name="현 248">
              <a:extLst>
                <a:ext uri="{FF2B5EF4-FFF2-40B4-BE49-F238E27FC236}">
                  <a16:creationId xmlns:a16="http://schemas.microsoft.com/office/drawing/2014/main" id="{6949309F-D99D-4B72-C29E-7E7414D6ED4B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50" name="타원 249">
              <a:extLst>
                <a:ext uri="{FF2B5EF4-FFF2-40B4-BE49-F238E27FC236}">
                  <a16:creationId xmlns:a16="http://schemas.microsoft.com/office/drawing/2014/main" id="{2B1BE6DE-BED8-45DC-3F57-7A7948825E12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51" name="자유형 526">
              <a:extLst>
                <a:ext uri="{FF2B5EF4-FFF2-40B4-BE49-F238E27FC236}">
                  <a16:creationId xmlns:a16="http://schemas.microsoft.com/office/drawing/2014/main" id="{A7C36550-60A4-9FE1-9ACB-2B558BB2EC1B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52" name="현 251">
              <a:extLst>
                <a:ext uri="{FF2B5EF4-FFF2-40B4-BE49-F238E27FC236}">
                  <a16:creationId xmlns:a16="http://schemas.microsoft.com/office/drawing/2014/main" id="{FF3DACE6-3086-FF61-902D-02A6D24416D6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24F8571B-145D-70E3-B4C6-31FEB24E512B}"/>
              </a:ext>
            </a:extLst>
          </p:cNvPr>
          <p:cNvGrpSpPr/>
          <p:nvPr/>
        </p:nvGrpSpPr>
        <p:grpSpPr>
          <a:xfrm>
            <a:off x="7919818" y="4087363"/>
            <a:ext cx="272096" cy="100343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289" name="현 288">
              <a:extLst>
                <a:ext uri="{FF2B5EF4-FFF2-40B4-BE49-F238E27FC236}">
                  <a16:creationId xmlns:a16="http://schemas.microsoft.com/office/drawing/2014/main" id="{44F8176E-B4DC-2B23-4A0B-B29529C5D994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90" name="타원 289">
              <a:extLst>
                <a:ext uri="{FF2B5EF4-FFF2-40B4-BE49-F238E27FC236}">
                  <a16:creationId xmlns:a16="http://schemas.microsoft.com/office/drawing/2014/main" id="{6F8B5DDF-9BA5-8C4F-A7D4-A1B18E349CBF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91" name="자유형 566">
              <a:extLst>
                <a:ext uri="{FF2B5EF4-FFF2-40B4-BE49-F238E27FC236}">
                  <a16:creationId xmlns:a16="http://schemas.microsoft.com/office/drawing/2014/main" id="{D38F9B62-A2F6-1C8B-30B4-7C8EA6A8FC69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92" name="현 291">
              <a:extLst>
                <a:ext uri="{FF2B5EF4-FFF2-40B4-BE49-F238E27FC236}">
                  <a16:creationId xmlns:a16="http://schemas.microsoft.com/office/drawing/2014/main" id="{6F23F6F5-38AA-6940-9CCA-E59CBB0D4762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A8B9F594-DD61-D61C-413A-B9D87F1EBAEE}"/>
              </a:ext>
            </a:extLst>
          </p:cNvPr>
          <p:cNvSpPr/>
          <p:nvPr/>
        </p:nvSpPr>
        <p:spPr>
          <a:xfrm>
            <a:off x="2808292" y="951864"/>
            <a:ext cx="2341988" cy="64633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</a:bodyPr>
          <a:lstStyle/>
          <a:p>
            <a:r>
              <a:rPr kumimoji="1" lang="ko-KR" altLang="en-US" sz="1400" dirty="0">
                <a:solidFill>
                  <a:schemeClr val="tx1"/>
                </a:solidFill>
              </a:rPr>
              <a:t>웨이브마다 라이프 증가 방식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ko-KR" altLang="en-US" sz="1400" dirty="0">
                <a:solidFill>
                  <a:schemeClr val="tx1"/>
                </a:solidFill>
              </a:rPr>
              <a:t>기본 </a:t>
            </a:r>
            <a:r>
              <a:rPr kumimoji="1" lang="en-US" altLang="ko-KR" sz="1400" dirty="0">
                <a:solidFill>
                  <a:schemeClr val="tx1"/>
                </a:solidFill>
              </a:rPr>
              <a:t>40</a:t>
            </a:r>
            <a:r>
              <a:rPr kumimoji="1" lang="ko-KR" altLang="en-US" sz="1400" dirty="0">
                <a:solidFill>
                  <a:schemeClr val="tx1"/>
                </a:solidFill>
              </a:rPr>
              <a:t>초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ko-KR" altLang="en-US" sz="1400" dirty="0">
                <a:solidFill>
                  <a:schemeClr val="tx1"/>
                </a:solidFill>
              </a:rPr>
              <a:t>보스 출현</a:t>
            </a:r>
            <a:endParaRPr kumimoji="1" lang="en-US" altLang="ko-KR" sz="1400" dirty="0">
              <a:solidFill>
                <a:schemeClr val="tx1"/>
              </a:solidFill>
            </a:endParaRPr>
          </a:p>
        </p:txBody>
      </p:sp>
      <p:cxnSp>
        <p:nvCxnSpPr>
          <p:cNvPr id="340" name="직선 화살표 연결선 339">
            <a:extLst>
              <a:ext uri="{FF2B5EF4-FFF2-40B4-BE49-F238E27FC236}">
                <a16:creationId xmlns:a16="http://schemas.microsoft.com/office/drawing/2014/main" id="{9E16207B-F1C6-3A82-793F-5CB183EB8E7A}"/>
              </a:ext>
            </a:extLst>
          </p:cNvPr>
          <p:cNvCxnSpPr>
            <a:cxnSpLocks/>
            <a:stCxn id="130" idx="3"/>
          </p:cNvCxnSpPr>
          <p:nvPr/>
        </p:nvCxnSpPr>
        <p:spPr>
          <a:xfrm flipH="1">
            <a:off x="4733602" y="3799405"/>
            <a:ext cx="3640545" cy="1547798"/>
          </a:xfrm>
          <a:prstGeom prst="bentConnector4">
            <a:avLst>
              <a:gd name="adj1" fmla="val -6279"/>
              <a:gd name="adj2" fmla="val 153662"/>
            </a:avLst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B11180DA-EA1A-AE7E-213A-0C9E56661C22}"/>
              </a:ext>
            </a:extLst>
          </p:cNvPr>
          <p:cNvSpPr/>
          <p:nvPr/>
        </p:nvSpPr>
        <p:spPr>
          <a:xfrm>
            <a:off x="266771" y="777776"/>
            <a:ext cx="2036198" cy="61555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</a:bodyPr>
          <a:lstStyle/>
          <a:p>
            <a:r>
              <a:rPr kumimoji="1" lang="en-US" altLang="ko-KR" sz="4000" b="1" dirty="0">
                <a:solidFill>
                  <a:schemeClr val="tx1"/>
                </a:solidFill>
              </a:rPr>
              <a:t>ARCADE</a:t>
            </a:r>
            <a:endParaRPr kumimoji="1" lang="ko-KR" altLang="en-US" sz="4000" b="1" dirty="0">
              <a:solidFill>
                <a:schemeClr val="tx1"/>
              </a:solidFill>
            </a:endParaRPr>
          </a:p>
        </p:txBody>
      </p:sp>
      <p:sp>
        <p:nvSpPr>
          <p:cNvPr id="411" name="직사각형 410">
            <a:extLst>
              <a:ext uri="{FF2B5EF4-FFF2-40B4-BE49-F238E27FC236}">
                <a16:creationId xmlns:a16="http://schemas.microsoft.com/office/drawing/2014/main" id="{238710B8-2C35-2C62-4052-2F401CAC7254}"/>
              </a:ext>
            </a:extLst>
          </p:cNvPr>
          <p:cNvSpPr/>
          <p:nvPr/>
        </p:nvSpPr>
        <p:spPr>
          <a:xfrm>
            <a:off x="8597076" y="2338414"/>
            <a:ext cx="883255" cy="43088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</a:bodyPr>
          <a:lstStyle/>
          <a:p>
            <a:r>
              <a:rPr kumimoji="1" lang="ko-KR" altLang="en-US" sz="1400" dirty="0">
                <a:solidFill>
                  <a:schemeClr val="tx1"/>
                </a:solidFill>
              </a:rPr>
              <a:t>보스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상태 이상</a:t>
            </a:r>
          </a:p>
        </p:txBody>
      </p:sp>
      <p:cxnSp>
        <p:nvCxnSpPr>
          <p:cNvPr id="415" name="직선 화살표 연결선 414">
            <a:extLst>
              <a:ext uri="{FF2B5EF4-FFF2-40B4-BE49-F238E27FC236}">
                <a16:creationId xmlns:a16="http://schemas.microsoft.com/office/drawing/2014/main" id="{500AECD7-8323-9167-3AC1-9D6717732EFF}"/>
              </a:ext>
            </a:extLst>
          </p:cNvPr>
          <p:cNvCxnSpPr>
            <a:cxnSpLocks/>
            <a:endCxn id="130" idx="1"/>
          </p:cNvCxnSpPr>
          <p:nvPr/>
        </p:nvCxnSpPr>
        <p:spPr>
          <a:xfrm>
            <a:off x="5581869" y="3799405"/>
            <a:ext cx="1095743" cy="0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그룹 423">
            <a:extLst>
              <a:ext uri="{FF2B5EF4-FFF2-40B4-BE49-F238E27FC236}">
                <a16:creationId xmlns:a16="http://schemas.microsoft.com/office/drawing/2014/main" id="{A2C78685-B9A9-3513-8A8E-843FD6E60DE7}"/>
              </a:ext>
            </a:extLst>
          </p:cNvPr>
          <p:cNvGrpSpPr/>
          <p:nvPr/>
        </p:nvGrpSpPr>
        <p:grpSpPr>
          <a:xfrm>
            <a:off x="6664871" y="5073367"/>
            <a:ext cx="1729011" cy="299841"/>
            <a:chOff x="1377000" y="3509387"/>
            <a:chExt cx="2706411" cy="445143"/>
          </a:xfrm>
        </p:grpSpPr>
        <p:sp>
          <p:nvSpPr>
            <p:cNvPr id="425" name="직사각형 424">
              <a:extLst>
                <a:ext uri="{FF2B5EF4-FFF2-40B4-BE49-F238E27FC236}">
                  <a16:creationId xmlns:a16="http://schemas.microsoft.com/office/drawing/2014/main" id="{6F424512-D143-A9BC-482A-689C661A00B0}"/>
                </a:ext>
              </a:extLst>
            </p:cNvPr>
            <p:cNvSpPr/>
            <p:nvPr/>
          </p:nvSpPr>
          <p:spPr>
            <a:xfrm>
              <a:off x="1377000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26" name="직사각형 425">
              <a:extLst>
                <a:ext uri="{FF2B5EF4-FFF2-40B4-BE49-F238E27FC236}">
                  <a16:creationId xmlns:a16="http://schemas.microsoft.com/office/drawing/2014/main" id="{EC3CA3DA-6F6F-7849-A1C3-EFAA52BA421D}"/>
                </a:ext>
              </a:extLst>
            </p:cNvPr>
            <p:cNvSpPr/>
            <p:nvPr/>
          </p:nvSpPr>
          <p:spPr>
            <a:xfrm>
              <a:off x="1919009" y="3509387"/>
              <a:ext cx="542009" cy="445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27" name="직사각형 426">
              <a:extLst>
                <a:ext uri="{FF2B5EF4-FFF2-40B4-BE49-F238E27FC236}">
                  <a16:creationId xmlns:a16="http://schemas.microsoft.com/office/drawing/2014/main" id="{33F7CDDB-F2E0-571A-265E-8E6540E4FF80}"/>
                </a:ext>
              </a:extLst>
            </p:cNvPr>
            <p:cNvSpPr/>
            <p:nvPr/>
          </p:nvSpPr>
          <p:spPr>
            <a:xfrm>
              <a:off x="2461018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28" name="직사각형 427">
              <a:extLst>
                <a:ext uri="{FF2B5EF4-FFF2-40B4-BE49-F238E27FC236}">
                  <a16:creationId xmlns:a16="http://schemas.microsoft.com/office/drawing/2014/main" id="{609AE8BF-9712-1E5B-ED2B-9A42F83A12B6}"/>
                </a:ext>
              </a:extLst>
            </p:cNvPr>
            <p:cNvSpPr/>
            <p:nvPr/>
          </p:nvSpPr>
          <p:spPr>
            <a:xfrm>
              <a:off x="3001210" y="3509387"/>
              <a:ext cx="542009" cy="445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29" name="직사각형 428">
              <a:extLst>
                <a:ext uri="{FF2B5EF4-FFF2-40B4-BE49-F238E27FC236}">
                  <a16:creationId xmlns:a16="http://schemas.microsoft.com/office/drawing/2014/main" id="{E6E1C9E8-484D-904E-98ED-4749125277F4}"/>
                </a:ext>
              </a:extLst>
            </p:cNvPr>
            <p:cNvSpPr/>
            <p:nvPr/>
          </p:nvSpPr>
          <p:spPr>
            <a:xfrm>
              <a:off x="3541402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03" name="그룹 502">
            <a:extLst>
              <a:ext uri="{FF2B5EF4-FFF2-40B4-BE49-F238E27FC236}">
                <a16:creationId xmlns:a16="http://schemas.microsoft.com/office/drawing/2014/main" id="{4E6080B4-0C22-C710-4362-25FE51046E31}"/>
              </a:ext>
            </a:extLst>
          </p:cNvPr>
          <p:cNvGrpSpPr/>
          <p:nvPr/>
        </p:nvGrpSpPr>
        <p:grpSpPr>
          <a:xfrm>
            <a:off x="898056" y="2251607"/>
            <a:ext cx="1759655" cy="3121601"/>
            <a:chOff x="155575" y="624030"/>
            <a:chExt cx="3246927" cy="5760001"/>
          </a:xfrm>
        </p:grpSpPr>
        <p:sp>
          <p:nvSpPr>
            <p:cNvPr id="430" name="직사각형 429">
              <a:extLst>
                <a:ext uri="{FF2B5EF4-FFF2-40B4-BE49-F238E27FC236}">
                  <a16:creationId xmlns:a16="http://schemas.microsoft.com/office/drawing/2014/main" id="{0E637793-6BB2-85FF-19D1-1DC293A2CD5B}"/>
                </a:ext>
              </a:extLst>
            </p:cNvPr>
            <p:cNvSpPr/>
            <p:nvPr/>
          </p:nvSpPr>
          <p:spPr>
            <a:xfrm>
              <a:off x="155575" y="624030"/>
              <a:ext cx="3240000" cy="5760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atin typeface="+mn-ea"/>
              </a:endParaRPr>
            </a:p>
          </p:txBody>
        </p:sp>
        <p:sp>
          <p:nvSpPr>
            <p:cNvPr id="431" name="직사각형 430">
              <a:extLst>
                <a:ext uri="{FF2B5EF4-FFF2-40B4-BE49-F238E27FC236}">
                  <a16:creationId xmlns:a16="http://schemas.microsoft.com/office/drawing/2014/main" id="{E0C2A372-4243-6030-0F25-D0500D22740B}"/>
                </a:ext>
              </a:extLst>
            </p:cNvPr>
            <p:cNvSpPr/>
            <p:nvPr/>
          </p:nvSpPr>
          <p:spPr>
            <a:xfrm>
              <a:off x="155575" y="624030"/>
              <a:ext cx="3240000" cy="5760000"/>
            </a:xfrm>
            <a:prstGeom prst="rect">
              <a:avLst/>
            </a:prstGeom>
            <a:gradFill flip="none" rotWithShape="1">
              <a:gsLst>
                <a:gs pos="0">
                  <a:srgbClr val="0B0121"/>
                </a:gs>
                <a:gs pos="100000">
                  <a:srgbClr val="251D78"/>
                </a:gs>
              </a:gsLst>
              <a:lin ang="18900000" scaled="1"/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atin typeface="+mn-ea"/>
              </a:endParaRPr>
            </a:p>
          </p:txBody>
        </p:sp>
        <p:grpSp>
          <p:nvGrpSpPr>
            <p:cNvPr id="432" name="그룹 431">
              <a:extLst>
                <a:ext uri="{FF2B5EF4-FFF2-40B4-BE49-F238E27FC236}">
                  <a16:creationId xmlns:a16="http://schemas.microsoft.com/office/drawing/2014/main" id="{D8043478-46A6-7293-A7ED-887F5812A182}"/>
                </a:ext>
              </a:extLst>
            </p:cNvPr>
            <p:cNvGrpSpPr/>
            <p:nvPr/>
          </p:nvGrpSpPr>
          <p:grpSpPr>
            <a:xfrm>
              <a:off x="155575" y="5822157"/>
              <a:ext cx="3240000" cy="561874"/>
              <a:chOff x="1377000" y="3509387"/>
              <a:chExt cx="2706411" cy="445143"/>
            </a:xfrm>
          </p:grpSpPr>
          <p:sp>
            <p:nvSpPr>
              <p:cNvPr id="433" name="직사각형 432">
                <a:extLst>
                  <a:ext uri="{FF2B5EF4-FFF2-40B4-BE49-F238E27FC236}">
                    <a16:creationId xmlns:a16="http://schemas.microsoft.com/office/drawing/2014/main" id="{2CBD8815-9891-F3F0-501D-DEA4C5E61974}"/>
                  </a:ext>
                </a:extLst>
              </p:cNvPr>
              <p:cNvSpPr/>
              <p:nvPr/>
            </p:nvSpPr>
            <p:spPr>
              <a:xfrm>
                <a:off x="1377000" y="3509387"/>
                <a:ext cx="542009" cy="44514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34" name="직사각형 433">
                <a:extLst>
                  <a:ext uri="{FF2B5EF4-FFF2-40B4-BE49-F238E27FC236}">
                    <a16:creationId xmlns:a16="http://schemas.microsoft.com/office/drawing/2014/main" id="{D8FD8814-C602-8667-FBEA-5A7A4A72A6F0}"/>
                  </a:ext>
                </a:extLst>
              </p:cNvPr>
              <p:cNvSpPr/>
              <p:nvPr/>
            </p:nvSpPr>
            <p:spPr>
              <a:xfrm>
                <a:off x="1919009" y="3509387"/>
                <a:ext cx="542009" cy="4451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35" name="직사각형 434">
                <a:extLst>
                  <a:ext uri="{FF2B5EF4-FFF2-40B4-BE49-F238E27FC236}">
                    <a16:creationId xmlns:a16="http://schemas.microsoft.com/office/drawing/2014/main" id="{8490FFDA-7AD2-2333-B77C-82B306BCD7A9}"/>
                  </a:ext>
                </a:extLst>
              </p:cNvPr>
              <p:cNvSpPr/>
              <p:nvPr/>
            </p:nvSpPr>
            <p:spPr>
              <a:xfrm>
                <a:off x="2461018" y="3509387"/>
                <a:ext cx="542009" cy="44514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12191858-F5DD-6241-A80C-D14AF93E157B}"/>
                  </a:ext>
                </a:extLst>
              </p:cNvPr>
              <p:cNvSpPr/>
              <p:nvPr/>
            </p:nvSpPr>
            <p:spPr>
              <a:xfrm>
                <a:off x="3001210" y="3509387"/>
                <a:ext cx="542009" cy="4451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37" name="직사각형 436">
                <a:extLst>
                  <a:ext uri="{FF2B5EF4-FFF2-40B4-BE49-F238E27FC236}">
                    <a16:creationId xmlns:a16="http://schemas.microsoft.com/office/drawing/2014/main" id="{4EB058CE-31F9-58D9-D109-B2FA76805F25}"/>
                  </a:ext>
                </a:extLst>
              </p:cNvPr>
              <p:cNvSpPr/>
              <p:nvPr/>
            </p:nvSpPr>
            <p:spPr>
              <a:xfrm>
                <a:off x="3541402" y="3509387"/>
                <a:ext cx="542009" cy="44514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438" name="그룹 437">
              <a:extLst>
                <a:ext uri="{FF2B5EF4-FFF2-40B4-BE49-F238E27FC236}">
                  <a16:creationId xmlns:a16="http://schemas.microsoft.com/office/drawing/2014/main" id="{0E93E664-459E-AA89-A862-BB714CC4398B}"/>
                </a:ext>
              </a:extLst>
            </p:cNvPr>
            <p:cNvGrpSpPr/>
            <p:nvPr/>
          </p:nvGrpSpPr>
          <p:grpSpPr>
            <a:xfrm>
              <a:off x="155575" y="624031"/>
              <a:ext cx="3240000" cy="746553"/>
              <a:chOff x="155575" y="624031"/>
              <a:chExt cx="3240000" cy="746553"/>
            </a:xfrm>
          </p:grpSpPr>
          <p:grpSp>
            <p:nvGrpSpPr>
              <p:cNvPr id="439" name="그룹 438">
                <a:extLst>
                  <a:ext uri="{FF2B5EF4-FFF2-40B4-BE49-F238E27FC236}">
                    <a16:creationId xmlns:a16="http://schemas.microsoft.com/office/drawing/2014/main" id="{6334C19A-4FFC-52AF-291C-4EBF1FF3B691}"/>
                  </a:ext>
                </a:extLst>
              </p:cNvPr>
              <p:cNvGrpSpPr/>
              <p:nvPr/>
            </p:nvGrpSpPr>
            <p:grpSpPr>
              <a:xfrm>
                <a:off x="155575" y="624031"/>
                <a:ext cx="3240000" cy="364798"/>
                <a:chOff x="155575" y="624031"/>
                <a:chExt cx="3240000" cy="364798"/>
              </a:xfrm>
            </p:grpSpPr>
            <p:sp>
              <p:nvSpPr>
                <p:cNvPr id="443" name="직사각형 442">
                  <a:extLst>
                    <a:ext uri="{FF2B5EF4-FFF2-40B4-BE49-F238E27FC236}">
                      <a16:creationId xmlns:a16="http://schemas.microsoft.com/office/drawing/2014/main" id="{9BF96E1A-2085-331A-3EA5-E076A60B5AFE}"/>
                    </a:ext>
                  </a:extLst>
                </p:cNvPr>
                <p:cNvSpPr/>
                <p:nvPr/>
              </p:nvSpPr>
              <p:spPr>
                <a:xfrm>
                  <a:off x="155575" y="624031"/>
                  <a:ext cx="3240000" cy="268980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  <p:sp>
              <p:nvSpPr>
                <p:cNvPr id="444" name="한쪽 모서리가 둥근 사각형 249">
                  <a:extLst>
                    <a:ext uri="{FF2B5EF4-FFF2-40B4-BE49-F238E27FC236}">
                      <a16:creationId xmlns:a16="http://schemas.microsoft.com/office/drawing/2014/main" id="{B2564FA8-9DB1-2950-59BF-5D8C3583F9CA}"/>
                    </a:ext>
                  </a:extLst>
                </p:cNvPr>
                <p:cNvSpPr/>
                <p:nvPr/>
              </p:nvSpPr>
              <p:spPr>
                <a:xfrm rot="5400000">
                  <a:off x="590050" y="189558"/>
                  <a:ext cx="364796" cy="1233746"/>
                </a:xfrm>
                <a:prstGeom prst="round1Rect">
                  <a:avLst>
                    <a:gd name="adj" fmla="val 10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  <p:grpSp>
              <p:nvGrpSpPr>
                <p:cNvPr id="445" name="그룹 444">
                  <a:extLst>
                    <a:ext uri="{FF2B5EF4-FFF2-40B4-BE49-F238E27FC236}">
                      <a16:creationId xmlns:a16="http://schemas.microsoft.com/office/drawing/2014/main" id="{B2C66156-5FA9-3B06-50AD-A3BE3A8E3C0F}"/>
                    </a:ext>
                  </a:extLst>
                </p:cNvPr>
                <p:cNvGrpSpPr/>
                <p:nvPr/>
              </p:nvGrpSpPr>
              <p:grpSpPr>
                <a:xfrm>
                  <a:off x="210855" y="671852"/>
                  <a:ext cx="269155" cy="269155"/>
                  <a:chOff x="248404" y="685800"/>
                  <a:chExt cx="269155" cy="269155"/>
                </a:xfrm>
              </p:grpSpPr>
              <p:sp>
                <p:nvSpPr>
                  <p:cNvPr id="460" name="모서리가 둥근 직사각형 265">
                    <a:extLst>
                      <a:ext uri="{FF2B5EF4-FFF2-40B4-BE49-F238E27FC236}">
                        <a16:creationId xmlns:a16="http://schemas.microsoft.com/office/drawing/2014/main" id="{E7A6E11D-21A4-8E0E-F25E-BF84B3CC3668}"/>
                      </a:ext>
                    </a:extLst>
                  </p:cNvPr>
                  <p:cNvSpPr/>
                  <p:nvPr/>
                </p:nvSpPr>
                <p:spPr>
                  <a:xfrm>
                    <a:off x="248404" y="685800"/>
                    <a:ext cx="269155" cy="269155"/>
                  </a:xfrm>
                  <a:prstGeom prst="roundRect">
                    <a:avLst>
                      <a:gd name="adj" fmla="val 8766"/>
                    </a:avLst>
                  </a:prstGeom>
                  <a:noFill/>
                  <a:ln w="12700">
                    <a:solidFill>
                      <a:srgbClr val="00FD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ore-KR" altLang="en-US">
                      <a:latin typeface="+mn-ea"/>
                    </a:endParaRPr>
                  </a:p>
                </p:txBody>
              </p:sp>
              <p:sp>
                <p:nvSpPr>
                  <p:cNvPr id="461" name="Freeform 2">
                    <a:extLst>
                      <a:ext uri="{FF2B5EF4-FFF2-40B4-BE49-F238E27FC236}">
                        <a16:creationId xmlns:a16="http://schemas.microsoft.com/office/drawing/2014/main" id="{EF890617-B49F-F622-6656-D9316BC887F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6052" y="713448"/>
                    <a:ext cx="213859" cy="213858"/>
                  </a:xfrm>
                  <a:custGeom>
                    <a:avLst/>
                    <a:gdLst>
                      <a:gd name="T0" fmla="*/ 0 w 692"/>
                      <a:gd name="T1" fmla="*/ 81 h 692"/>
                      <a:gd name="T2" fmla="*/ 0 w 692"/>
                      <a:gd name="T3" fmla="*/ 618 h 692"/>
                      <a:gd name="T4" fmla="*/ 74 w 692"/>
                      <a:gd name="T5" fmla="*/ 691 h 692"/>
                      <a:gd name="T6" fmla="*/ 610 w 692"/>
                      <a:gd name="T7" fmla="*/ 691 h 692"/>
                      <a:gd name="T8" fmla="*/ 691 w 692"/>
                      <a:gd name="T9" fmla="*/ 618 h 692"/>
                      <a:gd name="T10" fmla="*/ 691 w 692"/>
                      <a:gd name="T11" fmla="*/ 81 h 692"/>
                      <a:gd name="T12" fmla="*/ 610 w 692"/>
                      <a:gd name="T13" fmla="*/ 0 h 692"/>
                      <a:gd name="T14" fmla="*/ 74 w 692"/>
                      <a:gd name="T15" fmla="*/ 0 h 692"/>
                      <a:gd name="T16" fmla="*/ 0 w 692"/>
                      <a:gd name="T17" fmla="*/ 81 h 692"/>
                      <a:gd name="T18" fmla="*/ 456 w 692"/>
                      <a:gd name="T19" fmla="*/ 228 h 692"/>
                      <a:gd name="T20" fmla="*/ 346 w 692"/>
                      <a:gd name="T21" fmla="*/ 345 h 692"/>
                      <a:gd name="T22" fmla="*/ 228 w 692"/>
                      <a:gd name="T23" fmla="*/ 228 h 692"/>
                      <a:gd name="T24" fmla="*/ 346 w 692"/>
                      <a:gd name="T25" fmla="*/ 117 h 692"/>
                      <a:gd name="T26" fmla="*/ 456 w 692"/>
                      <a:gd name="T27" fmla="*/ 228 h 692"/>
                      <a:gd name="T28" fmla="*/ 110 w 692"/>
                      <a:gd name="T29" fmla="*/ 537 h 692"/>
                      <a:gd name="T30" fmla="*/ 346 w 692"/>
                      <a:gd name="T31" fmla="*/ 419 h 692"/>
                      <a:gd name="T32" fmla="*/ 574 w 692"/>
                      <a:gd name="T33" fmla="*/ 537 h 692"/>
                      <a:gd name="T34" fmla="*/ 574 w 692"/>
                      <a:gd name="T35" fmla="*/ 581 h 692"/>
                      <a:gd name="T36" fmla="*/ 110 w 692"/>
                      <a:gd name="T37" fmla="*/ 581 h 692"/>
                      <a:gd name="T38" fmla="*/ 110 w 692"/>
                      <a:gd name="T39" fmla="*/ 537 h 6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692" h="692">
                        <a:moveTo>
                          <a:pt x="0" y="81"/>
                        </a:moveTo>
                        <a:lnTo>
                          <a:pt x="0" y="618"/>
                        </a:lnTo>
                        <a:cubicBezTo>
                          <a:pt x="0" y="662"/>
                          <a:pt x="29" y="691"/>
                          <a:pt x="74" y="691"/>
                        </a:cubicBezTo>
                        <a:lnTo>
                          <a:pt x="610" y="691"/>
                        </a:lnTo>
                        <a:cubicBezTo>
                          <a:pt x="655" y="691"/>
                          <a:pt x="691" y="662"/>
                          <a:pt x="691" y="618"/>
                        </a:cubicBezTo>
                        <a:lnTo>
                          <a:pt x="691" y="81"/>
                        </a:lnTo>
                        <a:cubicBezTo>
                          <a:pt x="691" y="37"/>
                          <a:pt x="655" y="0"/>
                          <a:pt x="610" y="0"/>
                        </a:cubicBezTo>
                        <a:lnTo>
                          <a:pt x="74" y="0"/>
                        </a:lnTo>
                        <a:cubicBezTo>
                          <a:pt x="29" y="0"/>
                          <a:pt x="0" y="37"/>
                          <a:pt x="0" y="81"/>
                        </a:cubicBezTo>
                        <a:close/>
                        <a:moveTo>
                          <a:pt x="456" y="228"/>
                        </a:moveTo>
                        <a:cubicBezTo>
                          <a:pt x="456" y="294"/>
                          <a:pt x="412" y="345"/>
                          <a:pt x="346" y="345"/>
                        </a:cubicBezTo>
                        <a:cubicBezTo>
                          <a:pt x="280" y="345"/>
                          <a:pt x="228" y="290"/>
                          <a:pt x="228" y="228"/>
                        </a:cubicBezTo>
                        <a:cubicBezTo>
                          <a:pt x="228" y="165"/>
                          <a:pt x="280" y="117"/>
                          <a:pt x="346" y="117"/>
                        </a:cubicBezTo>
                        <a:cubicBezTo>
                          <a:pt x="412" y="117"/>
                          <a:pt x="456" y="169"/>
                          <a:pt x="456" y="228"/>
                        </a:cubicBezTo>
                        <a:close/>
                        <a:moveTo>
                          <a:pt x="110" y="537"/>
                        </a:moveTo>
                        <a:cubicBezTo>
                          <a:pt x="110" y="463"/>
                          <a:pt x="268" y="419"/>
                          <a:pt x="346" y="419"/>
                        </a:cubicBezTo>
                        <a:cubicBezTo>
                          <a:pt x="423" y="419"/>
                          <a:pt x="574" y="463"/>
                          <a:pt x="574" y="537"/>
                        </a:cubicBezTo>
                        <a:lnTo>
                          <a:pt x="574" y="581"/>
                        </a:lnTo>
                        <a:lnTo>
                          <a:pt x="110" y="581"/>
                        </a:lnTo>
                        <a:lnTo>
                          <a:pt x="110" y="537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446" name="그룹 445">
                  <a:extLst>
                    <a:ext uri="{FF2B5EF4-FFF2-40B4-BE49-F238E27FC236}">
                      <a16:creationId xmlns:a16="http://schemas.microsoft.com/office/drawing/2014/main" id="{A8AFEED7-A6EB-CA1B-5A4C-4F79062D81B9}"/>
                    </a:ext>
                  </a:extLst>
                </p:cNvPr>
                <p:cNvGrpSpPr/>
                <p:nvPr/>
              </p:nvGrpSpPr>
              <p:grpSpPr>
                <a:xfrm>
                  <a:off x="707871" y="844790"/>
                  <a:ext cx="613997" cy="73575"/>
                  <a:chOff x="632407" y="829193"/>
                  <a:chExt cx="675397" cy="107722"/>
                </a:xfrm>
              </p:grpSpPr>
              <p:sp>
                <p:nvSpPr>
                  <p:cNvPr id="458" name="모서리가 둥근 직사각형 263">
                    <a:extLst>
                      <a:ext uri="{FF2B5EF4-FFF2-40B4-BE49-F238E27FC236}">
                        <a16:creationId xmlns:a16="http://schemas.microsoft.com/office/drawing/2014/main" id="{B469BF70-80E6-7C2E-93FA-ECB3DD067C02}"/>
                      </a:ext>
                    </a:extLst>
                  </p:cNvPr>
                  <p:cNvSpPr/>
                  <p:nvPr/>
                </p:nvSpPr>
                <p:spPr>
                  <a:xfrm>
                    <a:off x="632407" y="829193"/>
                    <a:ext cx="675397" cy="107722"/>
                  </a:xfrm>
                  <a:prstGeom prst="roundRect">
                    <a:avLst>
                      <a:gd name="adj" fmla="val 876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158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ore-KR" altLang="en-US">
                      <a:latin typeface="+mn-ea"/>
                    </a:endParaRPr>
                  </a:p>
                </p:txBody>
              </p:sp>
              <p:sp>
                <p:nvSpPr>
                  <p:cNvPr id="459" name="모서리가 둥근 직사각형 264">
                    <a:extLst>
                      <a:ext uri="{FF2B5EF4-FFF2-40B4-BE49-F238E27FC236}">
                        <a16:creationId xmlns:a16="http://schemas.microsoft.com/office/drawing/2014/main" id="{235F946F-2C7C-7B11-8CA4-F59D215D11A4}"/>
                      </a:ext>
                    </a:extLst>
                  </p:cNvPr>
                  <p:cNvSpPr/>
                  <p:nvPr/>
                </p:nvSpPr>
                <p:spPr>
                  <a:xfrm>
                    <a:off x="632407" y="829193"/>
                    <a:ext cx="266713" cy="107722"/>
                  </a:xfrm>
                  <a:prstGeom prst="roundRect">
                    <a:avLst>
                      <a:gd name="adj" fmla="val 8766"/>
                    </a:avLst>
                  </a:prstGeom>
                  <a:solidFill>
                    <a:srgbClr val="00FB92"/>
                  </a:solidFill>
                  <a:ln w="158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ore-KR" altLang="en-US">
                      <a:latin typeface="+mn-ea"/>
                    </a:endParaRPr>
                  </a:p>
                </p:txBody>
              </p:sp>
            </p:grpSp>
            <p:sp>
              <p:nvSpPr>
                <p:cNvPr id="447" name="TextBox 446">
                  <a:extLst>
                    <a:ext uri="{FF2B5EF4-FFF2-40B4-BE49-F238E27FC236}">
                      <a16:creationId xmlns:a16="http://schemas.microsoft.com/office/drawing/2014/main" id="{18E77742-C206-1696-CBCF-0E4C9BC2245D}"/>
                    </a:ext>
                  </a:extLst>
                </p:cNvPr>
                <p:cNvSpPr txBox="1"/>
                <p:nvPr/>
              </p:nvSpPr>
              <p:spPr>
                <a:xfrm>
                  <a:off x="531409" y="824172"/>
                  <a:ext cx="102592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spAutoFit/>
                </a:bodyPr>
                <a:lstStyle/>
                <a:p>
                  <a:r>
                    <a:rPr kumimoji="1" lang="en-US" altLang="ko-Kore-KR" sz="700" b="1" dirty="0">
                      <a:solidFill>
                        <a:schemeClr val="bg1"/>
                      </a:solidFill>
                    </a:rPr>
                    <a:t>12</a:t>
                  </a:r>
                  <a:endParaRPr kumimoji="1" lang="ko-Kore-KR" altLang="en-US" sz="7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8" name="모서리가 둥근 직사각형 253">
                  <a:extLst>
                    <a:ext uri="{FF2B5EF4-FFF2-40B4-BE49-F238E27FC236}">
                      <a16:creationId xmlns:a16="http://schemas.microsoft.com/office/drawing/2014/main" id="{A3DBA1E4-C53C-4347-CAFD-84200E33B5D4}"/>
                    </a:ext>
                  </a:extLst>
                </p:cNvPr>
                <p:cNvSpPr/>
                <p:nvPr/>
              </p:nvSpPr>
              <p:spPr>
                <a:xfrm>
                  <a:off x="531409" y="668662"/>
                  <a:ext cx="790459" cy="131361"/>
                </a:xfrm>
                <a:prstGeom prst="roundRect">
                  <a:avLst>
                    <a:gd name="adj" fmla="val 8766"/>
                  </a:avLst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  <p:sp>
              <p:nvSpPr>
                <p:cNvPr id="449" name="TextBox 448">
                  <a:extLst>
                    <a:ext uri="{FF2B5EF4-FFF2-40B4-BE49-F238E27FC236}">
                      <a16:creationId xmlns:a16="http://schemas.microsoft.com/office/drawing/2014/main" id="{D0F0A7F2-EB57-4786-F43C-159400E84D98}"/>
                    </a:ext>
                  </a:extLst>
                </p:cNvPr>
                <p:cNvSpPr txBox="1"/>
                <p:nvPr/>
              </p:nvSpPr>
              <p:spPr>
                <a:xfrm>
                  <a:off x="564425" y="680481"/>
                  <a:ext cx="450444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spAutoFit/>
                </a:bodyPr>
                <a:lstStyle/>
                <a:p>
                  <a:r>
                    <a:rPr kumimoji="1" lang="en-US" altLang="ko-Kore-KR" sz="700" b="1" dirty="0">
                      <a:solidFill>
                        <a:srgbClr val="FFFF00"/>
                      </a:solidFill>
                    </a:rPr>
                    <a:t>Gesut4565</a:t>
                  </a:r>
                  <a:endParaRPr kumimoji="1" lang="ko-Kore-KR" altLang="en-US" sz="700" b="1" dirty="0">
                    <a:solidFill>
                      <a:srgbClr val="FFFF00"/>
                    </a:solidFill>
                  </a:endParaRPr>
                </a:p>
              </p:txBody>
            </p:sp>
            <p:sp>
              <p:nvSpPr>
                <p:cNvPr id="450" name="모서리가 둥근 직사각형 255">
                  <a:extLst>
                    <a:ext uri="{FF2B5EF4-FFF2-40B4-BE49-F238E27FC236}">
                      <a16:creationId xmlns:a16="http://schemas.microsoft.com/office/drawing/2014/main" id="{2F163BE5-D298-393B-15EA-B2DE92264DFE}"/>
                    </a:ext>
                  </a:extLst>
                </p:cNvPr>
                <p:cNvSpPr/>
                <p:nvPr/>
              </p:nvSpPr>
              <p:spPr>
                <a:xfrm>
                  <a:off x="1507958" y="667617"/>
                  <a:ext cx="831456" cy="131361"/>
                </a:xfrm>
                <a:prstGeom prst="roundRect">
                  <a:avLst>
                    <a:gd name="adj" fmla="val 8766"/>
                  </a:avLst>
                </a:prstGeom>
                <a:solidFill>
                  <a:schemeClr val="tx1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  <p:sp>
              <p:nvSpPr>
                <p:cNvPr id="451" name="모서리가 둥근 직사각형 256">
                  <a:extLst>
                    <a:ext uri="{FF2B5EF4-FFF2-40B4-BE49-F238E27FC236}">
                      <a16:creationId xmlns:a16="http://schemas.microsoft.com/office/drawing/2014/main" id="{EFFC8A3A-A23A-54F5-3647-39301322E6CF}"/>
                    </a:ext>
                  </a:extLst>
                </p:cNvPr>
                <p:cNvSpPr/>
                <p:nvPr/>
              </p:nvSpPr>
              <p:spPr>
                <a:xfrm>
                  <a:off x="2451634" y="667617"/>
                  <a:ext cx="873003" cy="131361"/>
                </a:xfrm>
                <a:prstGeom prst="roundRect">
                  <a:avLst>
                    <a:gd name="adj" fmla="val 8766"/>
                  </a:avLst>
                </a:prstGeom>
                <a:solidFill>
                  <a:schemeClr val="tx1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  <p:sp>
              <p:nvSpPr>
                <p:cNvPr id="452" name="타원 451">
                  <a:extLst>
                    <a:ext uri="{FF2B5EF4-FFF2-40B4-BE49-F238E27FC236}">
                      <a16:creationId xmlns:a16="http://schemas.microsoft.com/office/drawing/2014/main" id="{218F7599-3378-2BE5-B75F-630B6DEC0F35}"/>
                    </a:ext>
                  </a:extLst>
                </p:cNvPr>
                <p:cNvSpPr/>
                <p:nvPr/>
              </p:nvSpPr>
              <p:spPr>
                <a:xfrm>
                  <a:off x="1427220" y="661110"/>
                  <a:ext cx="183681" cy="183681"/>
                </a:xfrm>
                <a:prstGeom prst="ellipse">
                  <a:avLst/>
                </a:prstGeom>
                <a:solidFill>
                  <a:schemeClr val="accent4"/>
                </a:solidFill>
                <a:ln w="31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ko-Kore-KR" sz="900" b="1" dirty="0"/>
                    <a:t>G</a:t>
                  </a:r>
                  <a:endParaRPr kumimoji="1" lang="ko-Kore-KR" altLang="en-US" sz="900" b="1" dirty="0"/>
                </a:p>
              </p:txBody>
            </p:sp>
            <p:sp>
              <p:nvSpPr>
                <p:cNvPr id="453" name="타원 452">
                  <a:extLst>
                    <a:ext uri="{FF2B5EF4-FFF2-40B4-BE49-F238E27FC236}">
                      <a16:creationId xmlns:a16="http://schemas.microsoft.com/office/drawing/2014/main" id="{A20A9663-D784-F161-B407-E6F43CF8906A}"/>
                    </a:ext>
                  </a:extLst>
                </p:cNvPr>
                <p:cNvSpPr/>
                <p:nvPr/>
              </p:nvSpPr>
              <p:spPr>
                <a:xfrm>
                  <a:off x="2400815" y="661109"/>
                  <a:ext cx="183681" cy="183681"/>
                </a:xfrm>
                <a:prstGeom prst="ellipse">
                  <a:avLst/>
                </a:prstGeom>
                <a:solidFill>
                  <a:srgbClr val="00B0F0"/>
                </a:solidFill>
                <a:ln w="31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ko-Kore-KR" sz="900" b="1" dirty="0"/>
                    <a:t>D</a:t>
                  </a:r>
                  <a:endParaRPr kumimoji="1" lang="ko-Kore-KR" altLang="en-US" sz="900" b="1" dirty="0"/>
                </a:p>
              </p:txBody>
            </p:sp>
            <p:sp>
              <p:nvSpPr>
                <p:cNvPr id="454" name="십자형[C] 259">
                  <a:extLst>
                    <a:ext uri="{FF2B5EF4-FFF2-40B4-BE49-F238E27FC236}">
                      <a16:creationId xmlns:a16="http://schemas.microsoft.com/office/drawing/2014/main" id="{1DB77BC6-FF2F-1DBC-AD22-A8A2B2C19A30}"/>
                    </a:ext>
                  </a:extLst>
                </p:cNvPr>
                <p:cNvSpPr/>
                <p:nvPr/>
              </p:nvSpPr>
              <p:spPr>
                <a:xfrm>
                  <a:off x="1526991" y="752415"/>
                  <a:ext cx="102549" cy="102549"/>
                </a:xfrm>
                <a:prstGeom prst="plus">
                  <a:avLst>
                    <a:gd name="adj" fmla="val 34329"/>
                  </a:avLst>
                </a:prstGeom>
                <a:solidFill>
                  <a:srgbClr val="00FA00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txBody>
                <a:bodyPr wrap="none" anchor="ctr"/>
                <a:lstStyle/>
                <a:p>
                  <a:endParaRPr lang="ko-Kore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5" name="십자형[C] 260">
                  <a:extLst>
                    <a:ext uri="{FF2B5EF4-FFF2-40B4-BE49-F238E27FC236}">
                      <a16:creationId xmlns:a16="http://schemas.microsoft.com/office/drawing/2014/main" id="{36877023-61B5-086A-BDFE-C55DC587EE34}"/>
                    </a:ext>
                  </a:extLst>
                </p:cNvPr>
                <p:cNvSpPr/>
                <p:nvPr/>
              </p:nvSpPr>
              <p:spPr>
                <a:xfrm>
                  <a:off x="2492655" y="757034"/>
                  <a:ext cx="102549" cy="102549"/>
                </a:xfrm>
                <a:prstGeom prst="plus">
                  <a:avLst>
                    <a:gd name="adj" fmla="val 34329"/>
                  </a:avLst>
                </a:prstGeom>
                <a:solidFill>
                  <a:srgbClr val="00FA00"/>
                </a:solidFill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txBody>
                <a:bodyPr wrap="none" anchor="ctr"/>
                <a:lstStyle/>
                <a:p>
                  <a:endParaRPr lang="ko-Kore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6" name="TextBox 455">
                  <a:extLst>
                    <a:ext uri="{FF2B5EF4-FFF2-40B4-BE49-F238E27FC236}">
                      <a16:creationId xmlns:a16="http://schemas.microsoft.com/office/drawing/2014/main" id="{8E68440C-3713-2D4A-065E-D4B2BA94D757}"/>
                    </a:ext>
                  </a:extLst>
                </p:cNvPr>
                <p:cNvSpPr txBox="1"/>
                <p:nvPr/>
              </p:nvSpPr>
              <p:spPr>
                <a:xfrm>
                  <a:off x="2214200" y="679436"/>
                  <a:ext cx="51296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spAutoFit/>
                </a:bodyPr>
                <a:lstStyle/>
                <a:p>
                  <a:pPr algn="r"/>
                  <a:r>
                    <a:rPr kumimoji="1" lang="en-US" altLang="ko-Kore-KR" sz="700" b="1" dirty="0">
                      <a:solidFill>
                        <a:srgbClr val="FFFF00"/>
                      </a:solidFill>
                    </a:rPr>
                    <a:t>0</a:t>
                  </a:r>
                  <a:endParaRPr kumimoji="1" lang="ko-Kore-KR" altLang="en-US" sz="700" b="1" dirty="0">
                    <a:solidFill>
                      <a:srgbClr val="FFFF00"/>
                    </a:solidFill>
                  </a:endParaRPr>
                </a:p>
              </p:txBody>
            </p:sp>
            <p:sp>
              <p:nvSpPr>
                <p:cNvPr id="457" name="TextBox 456">
                  <a:extLst>
                    <a:ext uri="{FF2B5EF4-FFF2-40B4-BE49-F238E27FC236}">
                      <a16:creationId xmlns:a16="http://schemas.microsoft.com/office/drawing/2014/main" id="{72B1D0E1-C6CE-3ECD-D610-C665C1AC3904}"/>
                    </a:ext>
                  </a:extLst>
                </p:cNvPr>
                <p:cNvSpPr txBox="1"/>
                <p:nvPr/>
              </p:nvSpPr>
              <p:spPr>
                <a:xfrm>
                  <a:off x="3227025" y="679436"/>
                  <a:ext cx="51296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spAutoFit/>
                </a:bodyPr>
                <a:lstStyle/>
                <a:p>
                  <a:pPr algn="r"/>
                  <a:r>
                    <a:rPr kumimoji="1" lang="en-US" altLang="ko-Kore-KR" sz="700" b="1" dirty="0">
                      <a:solidFill>
                        <a:srgbClr val="FFFF00"/>
                      </a:solidFill>
                    </a:rPr>
                    <a:t>0</a:t>
                  </a:r>
                  <a:endParaRPr kumimoji="1" lang="ko-Kore-KR" altLang="en-US" sz="700" b="1" dirty="0">
                    <a:solidFill>
                      <a:srgbClr val="FFFF00"/>
                    </a:solidFill>
                  </a:endParaRPr>
                </a:p>
              </p:txBody>
            </p:sp>
          </p:grpSp>
          <p:grpSp>
            <p:nvGrpSpPr>
              <p:cNvPr id="440" name="그룹 439">
                <a:extLst>
                  <a:ext uri="{FF2B5EF4-FFF2-40B4-BE49-F238E27FC236}">
                    <a16:creationId xmlns:a16="http://schemas.microsoft.com/office/drawing/2014/main" id="{85F0CBEE-EDE6-9542-5513-DB3DCEF59E14}"/>
                  </a:ext>
                </a:extLst>
              </p:cNvPr>
              <p:cNvGrpSpPr/>
              <p:nvPr/>
            </p:nvGrpSpPr>
            <p:grpSpPr>
              <a:xfrm>
                <a:off x="210855" y="1050030"/>
                <a:ext cx="320554" cy="320554"/>
                <a:chOff x="210855" y="1050030"/>
                <a:chExt cx="269155" cy="269155"/>
              </a:xfrm>
            </p:grpSpPr>
            <p:sp>
              <p:nvSpPr>
                <p:cNvPr id="441" name="모서리가 둥근 직사각형 246">
                  <a:extLst>
                    <a:ext uri="{FF2B5EF4-FFF2-40B4-BE49-F238E27FC236}">
                      <a16:creationId xmlns:a16="http://schemas.microsoft.com/office/drawing/2014/main" id="{8B320178-4D96-5FFB-4391-7613336CE0FC}"/>
                    </a:ext>
                  </a:extLst>
                </p:cNvPr>
                <p:cNvSpPr/>
                <p:nvPr/>
              </p:nvSpPr>
              <p:spPr>
                <a:xfrm>
                  <a:off x="210855" y="1050030"/>
                  <a:ext cx="269155" cy="269155"/>
                </a:xfrm>
                <a:prstGeom prst="roundRect">
                  <a:avLst>
                    <a:gd name="adj" fmla="val 8766"/>
                  </a:avLst>
                </a:prstGeom>
                <a:solidFill>
                  <a:schemeClr val="bg1">
                    <a:lumMod val="50000"/>
                  </a:schemeClr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>
                    <a:latin typeface="+mn-ea"/>
                  </a:endParaRPr>
                </a:p>
              </p:txBody>
            </p:sp>
            <p:sp>
              <p:nvSpPr>
                <p:cNvPr id="442" name="Freeform 24">
                  <a:extLst>
                    <a:ext uri="{FF2B5EF4-FFF2-40B4-BE49-F238E27FC236}">
                      <a16:creationId xmlns:a16="http://schemas.microsoft.com/office/drawing/2014/main" id="{6766BC38-D53D-6E66-8E58-052B717089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432" y="1126315"/>
                  <a:ext cx="144000" cy="116584"/>
                </a:xfrm>
                <a:custGeom>
                  <a:avLst/>
                  <a:gdLst>
                    <a:gd name="T0" fmla="*/ 0 w 461"/>
                    <a:gd name="T1" fmla="*/ 303 h 304"/>
                    <a:gd name="T2" fmla="*/ 460 w 461"/>
                    <a:gd name="T3" fmla="*/ 303 h 304"/>
                    <a:gd name="T4" fmla="*/ 460 w 461"/>
                    <a:gd name="T5" fmla="*/ 254 h 304"/>
                    <a:gd name="T6" fmla="*/ 0 w 461"/>
                    <a:gd name="T7" fmla="*/ 254 h 304"/>
                    <a:gd name="T8" fmla="*/ 0 w 461"/>
                    <a:gd name="T9" fmla="*/ 303 h 304"/>
                    <a:gd name="T10" fmla="*/ 0 w 461"/>
                    <a:gd name="T11" fmla="*/ 176 h 304"/>
                    <a:gd name="T12" fmla="*/ 460 w 461"/>
                    <a:gd name="T13" fmla="*/ 176 h 304"/>
                    <a:gd name="T14" fmla="*/ 460 w 461"/>
                    <a:gd name="T15" fmla="*/ 127 h 304"/>
                    <a:gd name="T16" fmla="*/ 0 w 461"/>
                    <a:gd name="T17" fmla="*/ 127 h 304"/>
                    <a:gd name="T18" fmla="*/ 0 w 461"/>
                    <a:gd name="T19" fmla="*/ 176 h 304"/>
                    <a:gd name="T20" fmla="*/ 0 w 461"/>
                    <a:gd name="T21" fmla="*/ 0 h 304"/>
                    <a:gd name="T22" fmla="*/ 0 w 461"/>
                    <a:gd name="T23" fmla="*/ 49 h 304"/>
                    <a:gd name="T24" fmla="*/ 460 w 461"/>
                    <a:gd name="T25" fmla="*/ 49 h 304"/>
                    <a:gd name="T26" fmla="*/ 460 w 461"/>
                    <a:gd name="T27" fmla="*/ 0 h 304"/>
                    <a:gd name="T28" fmla="*/ 0 w 461"/>
                    <a:gd name="T29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61" h="304">
                      <a:moveTo>
                        <a:pt x="0" y="303"/>
                      </a:moveTo>
                      <a:lnTo>
                        <a:pt x="460" y="303"/>
                      </a:lnTo>
                      <a:lnTo>
                        <a:pt x="460" y="254"/>
                      </a:lnTo>
                      <a:lnTo>
                        <a:pt x="0" y="254"/>
                      </a:lnTo>
                      <a:lnTo>
                        <a:pt x="0" y="303"/>
                      </a:lnTo>
                      <a:close/>
                      <a:moveTo>
                        <a:pt x="0" y="176"/>
                      </a:moveTo>
                      <a:lnTo>
                        <a:pt x="460" y="176"/>
                      </a:lnTo>
                      <a:lnTo>
                        <a:pt x="460" y="127"/>
                      </a:lnTo>
                      <a:lnTo>
                        <a:pt x="0" y="127"/>
                      </a:lnTo>
                      <a:lnTo>
                        <a:pt x="0" y="176"/>
                      </a:lnTo>
                      <a:close/>
                      <a:moveTo>
                        <a:pt x="0" y="0"/>
                      </a:moveTo>
                      <a:lnTo>
                        <a:pt x="0" y="49"/>
                      </a:lnTo>
                      <a:lnTo>
                        <a:pt x="460" y="49"/>
                      </a:lnTo>
                      <a:lnTo>
                        <a:pt x="46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62" name="타원 461">
              <a:extLst>
                <a:ext uri="{FF2B5EF4-FFF2-40B4-BE49-F238E27FC236}">
                  <a16:creationId xmlns:a16="http://schemas.microsoft.com/office/drawing/2014/main" id="{FF3972C3-8C65-6347-F4BD-C22AAEAD93A2}"/>
                </a:ext>
              </a:extLst>
            </p:cNvPr>
            <p:cNvSpPr/>
            <p:nvPr/>
          </p:nvSpPr>
          <p:spPr>
            <a:xfrm>
              <a:off x="1696969" y="1098664"/>
              <a:ext cx="157213" cy="1572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cxnSp>
          <p:nvCxnSpPr>
            <p:cNvPr id="463" name="직선 연결선[R] 270">
              <a:extLst>
                <a:ext uri="{FF2B5EF4-FFF2-40B4-BE49-F238E27FC236}">
                  <a16:creationId xmlns:a16="http://schemas.microsoft.com/office/drawing/2014/main" id="{E9D9F614-8B1A-5CDB-066D-891FD2F9D73F}"/>
                </a:ext>
              </a:extLst>
            </p:cNvPr>
            <p:cNvCxnSpPr>
              <a:cxnSpLocks/>
              <a:endCxn id="462" idx="3"/>
            </p:cNvCxnSpPr>
            <p:nvPr/>
          </p:nvCxnSpPr>
          <p:spPr>
            <a:xfrm flipV="1">
              <a:off x="156612" y="1232854"/>
              <a:ext cx="1563380" cy="4589302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직선 연결선[R] 271">
              <a:extLst>
                <a:ext uri="{FF2B5EF4-FFF2-40B4-BE49-F238E27FC236}">
                  <a16:creationId xmlns:a16="http://schemas.microsoft.com/office/drawing/2014/main" id="{9BD4A1CB-F0FF-5F0E-2A6C-CE07968310A5}"/>
                </a:ext>
              </a:extLst>
            </p:cNvPr>
            <p:cNvCxnSpPr>
              <a:cxnSpLocks/>
              <a:endCxn id="462" idx="5"/>
            </p:cNvCxnSpPr>
            <p:nvPr/>
          </p:nvCxnSpPr>
          <p:spPr>
            <a:xfrm flipH="1" flipV="1">
              <a:off x="1831159" y="1232854"/>
              <a:ext cx="1569933" cy="4589302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직선 연결선[R] 274">
              <a:extLst>
                <a:ext uri="{FF2B5EF4-FFF2-40B4-BE49-F238E27FC236}">
                  <a16:creationId xmlns:a16="http://schemas.microsoft.com/office/drawing/2014/main" id="{CC332321-1F7A-7F13-97B4-82D3A41A90A6}"/>
                </a:ext>
              </a:extLst>
            </p:cNvPr>
            <p:cNvCxnSpPr>
              <a:cxnSpLocks/>
              <a:endCxn id="462" idx="7"/>
            </p:cNvCxnSpPr>
            <p:nvPr/>
          </p:nvCxnSpPr>
          <p:spPr>
            <a:xfrm flipH="1">
              <a:off x="1831159" y="634060"/>
              <a:ext cx="1571343" cy="487627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직선 연결선[R] 277">
              <a:extLst>
                <a:ext uri="{FF2B5EF4-FFF2-40B4-BE49-F238E27FC236}">
                  <a16:creationId xmlns:a16="http://schemas.microsoft.com/office/drawing/2014/main" id="{4A236654-0506-5BD0-F574-E550D62D44EA}"/>
                </a:ext>
              </a:extLst>
            </p:cNvPr>
            <p:cNvCxnSpPr>
              <a:cxnSpLocks/>
              <a:endCxn id="462" idx="1"/>
            </p:cNvCxnSpPr>
            <p:nvPr/>
          </p:nvCxnSpPr>
          <p:spPr>
            <a:xfrm>
              <a:off x="155575" y="627036"/>
              <a:ext cx="1564417" cy="494651"/>
            </a:xfrm>
            <a:prstGeom prst="line">
              <a:avLst/>
            </a:prstGeom>
            <a:ln w="3175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7" name="그룹 466">
              <a:extLst>
                <a:ext uri="{FF2B5EF4-FFF2-40B4-BE49-F238E27FC236}">
                  <a16:creationId xmlns:a16="http://schemas.microsoft.com/office/drawing/2014/main" id="{16C4385C-9C8E-722F-9974-9CD66622D234}"/>
                </a:ext>
              </a:extLst>
            </p:cNvPr>
            <p:cNvGrpSpPr/>
            <p:nvPr/>
          </p:nvGrpSpPr>
          <p:grpSpPr>
            <a:xfrm>
              <a:off x="1350224" y="1635971"/>
              <a:ext cx="422041" cy="155639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468" name="현 467">
                <a:extLst>
                  <a:ext uri="{FF2B5EF4-FFF2-40B4-BE49-F238E27FC236}">
                    <a16:creationId xmlns:a16="http://schemas.microsoft.com/office/drawing/2014/main" id="{75ED3541-2C4C-BD55-9BAE-42CA715071DD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69" name="타원 468">
                <a:extLst>
                  <a:ext uri="{FF2B5EF4-FFF2-40B4-BE49-F238E27FC236}">
                    <a16:creationId xmlns:a16="http://schemas.microsoft.com/office/drawing/2014/main" id="{385C06DF-870D-2617-CC96-FDBA15142E95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70" name="자유형 329">
                <a:extLst>
                  <a:ext uri="{FF2B5EF4-FFF2-40B4-BE49-F238E27FC236}">
                    <a16:creationId xmlns:a16="http://schemas.microsoft.com/office/drawing/2014/main" id="{938EB86B-9946-744B-7A47-84AC8D13D586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71" name="현 470">
                <a:extLst>
                  <a:ext uri="{FF2B5EF4-FFF2-40B4-BE49-F238E27FC236}">
                    <a16:creationId xmlns:a16="http://schemas.microsoft.com/office/drawing/2014/main" id="{D12DF375-4F32-47F3-AC88-4D588C0C9C2E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472" name="그룹 471">
              <a:extLst>
                <a:ext uri="{FF2B5EF4-FFF2-40B4-BE49-F238E27FC236}">
                  <a16:creationId xmlns:a16="http://schemas.microsoft.com/office/drawing/2014/main" id="{011D108A-42D2-196A-7864-0AC6717CF341}"/>
                </a:ext>
              </a:extLst>
            </p:cNvPr>
            <p:cNvGrpSpPr/>
            <p:nvPr/>
          </p:nvGrpSpPr>
          <p:grpSpPr>
            <a:xfrm>
              <a:off x="1823461" y="1560438"/>
              <a:ext cx="317086" cy="116934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473" name="현 472">
                <a:extLst>
                  <a:ext uri="{FF2B5EF4-FFF2-40B4-BE49-F238E27FC236}">
                    <a16:creationId xmlns:a16="http://schemas.microsoft.com/office/drawing/2014/main" id="{4366433B-ED85-1FE9-F344-1E83C4E931DA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74" name="타원 473">
                <a:extLst>
                  <a:ext uri="{FF2B5EF4-FFF2-40B4-BE49-F238E27FC236}">
                    <a16:creationId xmlns:a16="http://schemas.microsoft.com/office/drawing/2014/main" id="{67FFA64E-1D07-9D9D-0451-A62E58121A52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75" name="자유형 334">
                <a:extLst>
                  <a:ext uri="{FF2B5EF4-FFF2-40B4-BE49-F238E27FC236}">
                    <a16:creationId xmlns:a16="http://schemas.microsoft.com/office/drawing/2014/main" id="{F9525FF7-61FB-3529-DBC4-7B14A07B3628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76" name="현 475">
                <a:extLst>
                  <a:ext uri="{FF2B5EF4-FFF2-40B4-BE49-F238E27FC236}">
                    <a16:creationId xmlns:a16="http://schemas.microsoft.com/office/drawing/2014/main" id="{13AE00D2-C597-FB09-8A04-14E01BF83F7F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477" name="그룹 476">
              <a:extLst>
                <a:ext uri="{FF2B5EF4-FFF2-40B4-BE49-F238E27FC236}">
                  <a16:creationId xmlns:a16="http://schemas.microsoft.com/office/drawing/2014/main" id="{3D7F1E74-14E6-9039-0F13-39B4329122A1}"/>
                </a:ext>
              </a:extLst>
            </p:cNvPr>
            <p:cNvGrpSpPr/>
            <p:nvPr/>
          </p:nvGrpSpPr>
          <p:grpSpPr>
            <a:xfrm>
              <a:off x="1239963" y="1268064"/>
              <a:ext cx="262055" cy="9664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478" name="현 477">
                <a:extLst>
                  <a:ext uri="{FF2B5EF4-FFF2-40B4-BE49-F238E27FC236}">
                    <a16:creationId xmlns:a16="http://schemas.microsoft.com/office/drawing/2014/main" id="{511AE563-2F89-0E4E-B632-F94927E65484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79" name="타원 478">
                <a:extLst>
                  <a:ext uri="{FF2B5EF4-FFF2-40B4-BE49-F238E27FC236}">
                    <a16:creationId xmlns:a16="http://schemas.microsoft.com/office/drawing/2014/main" id="{6ED325C7-C4CA-9FA7-38B4-DCA147F3558D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80" name="자유형 339">
                <a:extLst>
                  <a:ext uri="{FF2B5EF4-FFF2-40B4-BE49-F238E27FC236}">
                    <a16:creationId xmlns:a16="http://schemas.microsoft.com/office/drawing/2014/main" id="{96B7BE52-BA86-6A02-3337-73BFE8DAA024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81" name="현 480">
                <a:extLst>
                  <a:ext uri="{FF2B5EF4-FFF2-40B4-BE49-F238E27FC236}">
                    <a16:creationId xmlns:a16="http://schemas.microsoft.com/office/drawing/2014/main" id="{252AB789-E9F7-DF65-5C10-9E557A1C364A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cxnSp>
          <p:nvCxnSpPr>
            <p:cNvPr id="482" name="직선 연결선[R] 296">
              <a:extLst>
                <a:ext uri="{FF2B5EF4-FFF2-40B4-BE49-F238E27FC236}">
                  <a16:creationId xmlns:a16="http://schemas.microsoft.com/office/drawing/2014/main" id="{C31AABE1-F5E4-F9D1-E2C7-80F386996C9D}"/>
                </a:ext>
              </a:extLst>
            </p:cNvPr>
            <p:cNvCxnSpPr>
              <a:cxnSpLocks/>
              <a:stCxn id="468" idx="2"/>
              <a:endCxn id="491" idx="0"/>
            </p:cNvCxnSpPr>
            <p:nvPr/>
          </p:nvCxnSpPr>
          <p:spPr>
            <a:xfrm flipH="1">
              <a:off x="1237040" y="1724457"/>
              <a:ext cx="321671" cy="1255102"/>
            </a:xfrm>
            <a:prstGeom prst="line">
              <a:avLst/>
            </a:prstGeom>
            <a:ln w="34925">
              <a:solidFill>
                <a:srgbClr val="00FDFF">
                  <a:alpha val="79632"/>
                </a:srgbClr>
              </a:solidFill>
              <a:tailEnd type="none" w="sm" len="sm"/>
            </a:ln>
            <a:effectLst>
              <a:outerShdw blurRad="63500" sx="108000" sy="108000" algn="ctr" rotWithShape="0">
                <a:srgbClr val="00FDFF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직선 연결선[R] 299">
              <a:extLst>
                <a:ext uri="{FF2B5EF4-FFF2-40B4-BE49-F238E27FC236}">
                  <a16:creationId xmlns:a16="http://schemas.microsoft.com/office/drawing/2014/main" id="{4476A83E-8857-CEB1-7BB9-143CC111E07A}"/>
                </a:ext>
              </a:extLst>
            </p:cNvPr>
            <p:cNvCxnSpPr>
              <a:cxnSpLocks/>
              <a:stCxn id="473" idx="2"/>
              <a:endCxn id="492" idx="0"/>
            </p:cNvCxnSpPr>
            <p:nvPr/>
          </p:nvCxnSpPr>
          <p:spPr>
            <a:xfrm>
              <a:off x="1980101" y="1626919"/>
              <a:ext cx="494501" cy="1381177"/>
            </a:xfrm>
            <a:prstGeom prst="line">
              <a:avLst/>
            </a:prstGeom>
            <a:ln w="34925">
              <a:solidFill>
                <a:srgbClr val="FFFF00">
                  <a:alpha val="80000"/>
                </a:srgbClr>
              </a:solidFill>
              <a:prstDash val="dash"/>
              <a:tailEnd type="none" w="sm" len="sm"/>
            </a:ln>
            <a:effectLst>
              <a:outerShdw blurRad="63500" sx="108000" sy="108000" algn="ctr" rotWithShape="0">
                <a:srgbClr val="00FDFF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4" name="그룹 483">
              <a:extLst>
                <a:ext uri="{FF2B5EF4-FFF2-40B4-BE49-F238E27FC236}">
                  <a16:creationId xmlns:a16="http://schemas.microsoft.com/office/drawing/2014/main" id="{7F8C4B96-D827-BDA2-BA9A-6BDEE871BD84}"/>
                </a:ext>
              </a:extLst>
            </p:cNvPr>
            <p:cNvGrpSpPr/>
            <p:nvPr/>
          </p:nvGrpSpPr>
          <p:grpSpPr>
            <a:xfrm>
              <a:off x="565981" y="2748701"/>
              <a:ext cx="2464225" cy="1880918"/>
              <a:chOff x="537406" y="2379494"/>
              <a:chExt cx="2464225" cy="1880918"/>
            </a:xfrm>
          </p:grpSpPr>
          <p:sp>
            <p:nvSpPr>
              <p:cNvPr id="485" name="Freeform 1">
                <a:extLst>
                  <a:ext uri="{FF2B5EF4-FFF2-40B4-BE49-F238E27FC236}">
                    <a16:creationId xmlns:a16="http://schemas.microsoft.com/office/drawing/2014/main" id="{0CCCC703-C45D-3D6D-16FD-EB65B9B879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83846" y="2379494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86" name="타원 485">
                <a:extLst>
                  <a:ext uri="{FF2B5EF4-FFF2-40B4-BE49-F238E27FC236}">
                    <a16:creationId xmlns:a16="http://schemas.microsoft.com/office/drawing/2014/main" id="{8071FE1A-A719-B7CA-04EF-6BDFD5C66765}"/>
                  </a:ext>
                </a:extLst>
              </p:cNvPr>
              <p:cNvSpPr/>
              <p:nvPr/>
            </p:nvSpPr>
            <p:spPr>
              <a:xfrm>
                <a:off x="1104407" y="2934268"/>
                <a:ext cx="1300077" cy="807245"/>
              </a:xfrm>
              <a:prstGeom prst="ellipse">
                <a:avLst/>
              </a:prstGeom>
              <a:noFill/>
              <a:ln w="3175">
                <a:solidFill>
                  <a:schemeClr val="bg1">
                    <a:alpha val="3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87" name="타원 486">
                <a:extLst>
                  <a:ext uri="{FF2B5EF4-FFF2-40B4-BE49-F238E27FC236}">
                    <a16:creationId xmlns:a16="http://schemas.microsoft.com/office/drawing/2014/main" id="{1A00A267-249C-89A3-57F9-1EDEF3E8F4F4}"/>
                  </a:ext>
                </a:extLst>
              </p:cNvPr>
              <p:cNvSpPr/>
              <p:nvPr/>
            </p:nvSpPr>
            <p:spPr>
              <a:xfrm>
                <a:off x="1618612" y="3202057"/>
                <a:ext cx="271667" cy="271667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02060"/>
                  </a:gs>
                  <a:gs pos="50000">
                    <a:srgbClr val="00B0F0"/>
                  </a:gs>
                  <a:gs pos="0">
                    <a:srgbClr val="49FA0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88" name="타원 487">
                <a:extLst>
                  <a:ext uri="{FF2B5EF4-FFF2-40B4-BE49-F238E27FC236}">
                    <a16:creationId xmlns:a16="http://schemas.microsoft.com/office/drawing/2014/main" id="{D780FA75-5335-BEAB-21F4-C3F3DAA65223}"/>
                  </a:ext>
                </a:extLst>
              </p:cNvPr>
              <p:cNvSpPr/>
              <p:nvPr/>
            </p:nvSpPr>
            <p:spPr>
              <a:xfrm>
                <a:off x="537406" y="2620375"/>
                <a:ext cx="2457718" cy="1529726"/>
              </a:xfrm>
              <a:prstGeom prst="ellipse">
                <a:avLst/>
              </a:prstGeom>
              <a:noFill/>
              <a:ln w="25400">
                <a:solidFill>
                  <a:schemeClr val="accent4"/>
                </a:solidFill>
                <a:prstDash val="solid"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89" name="타원 488">
                <a:extLst>
                  <a:ext uri="{FF2B5EF4-FFF2-40B4-BE49-F238E27FC236}">
                    <a16:creationId xmlns:a16="http://schemas.microsoft.com/office/drawing/2014/main" id="{AE8C00A8-3E0C-B53C-A1E9-7935F1E16CE2}"/>
                  </a:ext>
                </a:extLst>
              </p:cNvPr>
              <p:cNvSpPr/>
              <p:nvPr/>
            </p:nvSpPr>
            <p:spPr>
              <a:xfrm>
                <a:off x="1758062" y="4035894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90" name="타원 489">
                <a:extLst>
                  <a:ext uri="{FF2B5EF4-FFF2-40B4-BE49-F238E27FC236}">
                    <a16:creationId xmlns:a16="http://schemas.microsoft.com/office/drawing/2014/main" id="{A4B08C66-5DDA-92CA-D8E2-2A64F912F92A}"/>
                  </a:ext>
                </a:extLst>
              </p:cNvPr>
              <p:cNvSpPr/>
              <p:nvPr/>
            </p:nvSpPr>
            <p:spPr>
              <a:xfrm>
                <a:off x="652037" y="3667569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91" name="타원 490">
                <a:extLst>
                  <a:ext uri="{FF2B5EF4-FFF2-40B4-BE49-F238E27FC236}">
                    <a16:creationId xmlns:a16="http://schemas.microsoft.com/office/drawing/2014/main" id="{3751246C-64E1-E696-5B00-E5715E95F6AE}"/>
                  </a:ext>
                </a:extLst>
              </p:cNvPr>
              <p:cNvSpPr/>
              <p:nvPr/>
            </p:nvSpPr>
            <p:spPr>
              <a:xfrm>
                <a:off x="1096206" y="2610352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92" name="타원 491">
                <a:extLst>
                  <a:ext uri="{FF2B5EF4-FFF2-40B4-BE49-F238E27FC236}">
                    <a16:creationId xmlns:a16="http://schemas.microsoft.com/office/drawing/2014/main" id="{38922E14-3734-BEC1-12F0-445367D0BA45}"/>
                  </a:ext>
                </a:extLst>
              </p:cNvPr>
              <p:cNvSpPr/>
              <p:nvPr/>
            </p:nvSpPr>
            <p:spPr>
              <a:xfrm>
                <a:off x="2333768" y="2638889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93" name="타원 492">
                <a:extLst>
                  <a:ext uri="{FF2B5EF4-FFF2-40B4-BE49-F238E27FC236}">
                    <a16:creationId xmlns:a16="http://schemas.microsoft.com/office/drawing/2014/main" id="{71107E98-AE54-CCBD-4B25-4D1BD5261780}"/>
                  </a:ext>
                </a:extLst>
              </p:cNvPr>
              <p:cNvSpPr/>
              <p:nvPr/>
            </p:nvSpPr>
            <p:spPr>
              <a:xfrm>
                <a:off x="2763600" y="3570424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94" name="타원 493">
                <a:extLst>
                  <a:ext uri="{FF2B5EF4-FFF2-40B4-BE49-F238E27FC236}">
                    <a16:creationId xmlns:a16="http://schemas.microsoft.com/office/drawing/2014/main" id="{49004D68-B274-D0E4-3636-27857A0D575E}"/>
                  </a:ext>
                </a:extLst>
              </p:cNvPr>
              <p:cNvSpPr/>
              <p:nvPr/>
            </p:nvSpPr>
            <p:spPr>
              <a:xfrm>
                <a:off x="1425232" y="3611117"/>
                <a:ext cx="185552" cy="18555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495" name="Freeform 1">
                <a:extLst>
                  <a:ext uri="{FF2B5EF4-FFF2-40B4-BE49-F238E27FC236}">
                    <a16:creationId xmlns:a16="http://schemas.microsoft.com/office/drawing/2014/main" id="{E6B3583B-EFAE-A291-1BA9-70BB63A226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28966" y="2968741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96" name="Freeform 1">
                <a:extLst>
                  <a:ext uri="{FF2B5EF4-FFF2-40B4-BE49-F238E27FC236}">
                    <a16:creationId xmlns:a16="http://schemas.microsoft.com/office/drawing/2014/main" id="{CCD7D073-3A15-EFA9-59B1-00EFF80A59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96619" y="3380971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97" name="Freeform 1">
                <a:extLst>
                  <a:ext uri="{FF2B5EF4-FFF2-40B4-BE49-F238E27FC236}">
                    <a16:creationId xmlns:a16="http://schemas.microsoft.com/office/drawing/2014/main" id="{6D878040-E32F-FB4A-175A-923CB28622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33768" y="2417260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98" name="Freeform 1">
                <a:extLst>
                  <a:ext uri="{FF2B5EF4-FFF2-40B4-BE49-F238E27FC236}">
                    <a16:creationId xmlns:a16="http://schemas.microsoft.com/office/drawing/2014/main" id="{AF29BB56-AAE6-A04B-B837-73D4C51AB9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52393" y="3341638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99" name="Freeform 1">
                <a:extLst>
                  <a:ext uri="{FF2B5EF4-FFF2-40B4-BE49-F238E27FC236}">
                    <a16:creationId xmlns:a16="http://schemas.microsoft.com/office/drawing/2014/main" id="{61F07311-F51A-ABA9-32EE-09B4B1B7A4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41393" y="3823182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500" name="Freeform 1">
                <a:extLst>
                  <a:ext uri="{FF2B5EF4-FFF2-40B4-BE49-F238E27FC236}">
                    <a16:creationId xmlns:a16="http://schemas.microsoft.com/office/drawing/2014/main" id="{D6940ADB-6493-2EE5-469F-C911C916C3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47111" y="3440933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501" name="모서리가 둥근 직사각형 46">
              <a:extLst>
                <a:ext uri="{FF2B5EF4-FFF2-40B4-BE49-F238E27FC236}">
                  <a16:creationId xmlns:a16="http://schemas.microsoft.com/office/drawing/2014/main" id="{A9982C9A-38D4-FAAD-F880-437C406E976C}"/>
                </a:ext>
              </a:extLst>
            </p:cNvPr>
            <p:cNvSpPr/>
            <p:nvPr/>
          </p:nvSpPr>
          <p:spPr>
            <a:xfrm>
              <a:off x="317818" y="5094691"/>
              <a:ext cx="1378363" cy="496228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700" dirty="0">
                  <a:solidFill>
                    <a:schemeClr val="tx1"/>
                  </a:solidFill>
                </a:rPr>
                <a:t>배틀</a:t>
              </a:r>
              <a:endParaRPr kumimoji="1" lang="ko-Kore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02" name="모서리가 둥근 직사각형 47">
              <a:extLst>
                <a:ext uri="{FF2B5EF4-FFF2-40B4-BE49-F238E27FC236}">
                  <a16:creationId xmlns:a16="http://schemas.microsoft.com/office/drawing/2014/main" id="{850EF9DD-8FAE-BEC6-4ACD-B262F6015972}"/>
                </a:ext>
              </a:extLst>
            </p:cNvPr>
            <p:cNvSpPr/>
            <p:nvPr/>
          </p:nvSpPr>
          <p:spPr>
            <a:xfrm>
              <a:off x="1928760" y="5091603"/>
              <a:ext cx="1295565" cy="488978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700" dirty="0">
                  <a:solidFill>
                    <a:schemeClr val="tx1"/>
                  </a:solidFill>
                </a:rPr>
                <a:t>아케이드</a:t>
              </a:r>
              <a:endParaRPr kumimoji="1" lang="ko-Kore-KR" altLang="en-US" sz="7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04" name="직선 화살표 연결선 503">
            <a:extLst>
              <a:ext uri="{FF2B5EF4-FFF2-40B4-BE49-F238E27FC236}">
                <a16:creationId xmlns:a16="http://schemas.microsoft.com/office/drawing/2014/main" id="{1DB5C6C3-9DEA-43F5-DC81-64DC8766D01E}"/>
              </a:ext>
            </a:extLst>
          </p:cNvPr>
          <p:cNvCxnSpPr>
            <a:cxnSpLocks/>
            <a:stCxn id="431" idx="3"/>
          </p:cNvCxnSpPr>
          <p:nvPr/>
        </p:nvCxnSpPr>
        <p:spPr>
          <a:xfrm flipV="1">
            <a:off x="2653957" y="3799405"/>
            <a:ext cx="1231377" cy="13002"/>
          </a:xfrm>
          <a:prstGeom prst="straightConnector1">
            <a:avLst/>
          </a:prstGeom>
          <a:ln w="31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현 506">
            <a:extLst>
              <a:ext uri="{FF2B5EF4-FFF2-40B4-BE49-F238E27FC236}">
                <a16:creationId xmlns:a16="http://schemas.microsoft.com/office/drawing/2014/main" id="{1AE4F9C1-261C-056A-0187-198974BBB2A6}"/>
              </a:ext>
            </a:extLst>
          </p:cNvPr>
          <p:cNvSpPr/>
          <p:nvPr/>
        </p:nvSpPr>
        <p:spPr>
          <a:xfrm rot="17494114">
            <a:off x="4129394" y="1831412"/>
            <a:ext cx="1259856" cy="1318761"/>
          </a:xfrm>
          <a:prstGeom prst="chord">
            <a:avLst>
              <a:gd name="adj1" fmla="val 2807435"/>
              <a:gd name="adj2" fmla="val 16200000"/>
            </a:avLst>
          </a:prstGeom>
          <a:gradFill flip="none" rotWithShape="1">
            <a:gsLst>
              <a:gs pos="100000">
                <a:schemeClr val="tx1">
                  <a:lumMod val="75000"/>
                  <a:lumOff val="25000"/>
                </a:schemeClr>
              </a:gs>
              <a:gs pos="35000">
                <a:schemeClr val="bg1">
                  <a:lumMod val="75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509" name="그룹 508">
            <a:extLst>
              <a:ext uri="{FF2B5EF4-FFF2-40B4-BE49-F238E27FC236}">
                <a16:creationId xmlns:a16="http://schemas.microsoft.com/office/drawing/2014/main" id="{0BC41B90-3001-CE0F-19A9-91FF6B361A22}"/>
              </a:ext>
            </a:extLst>
          </p:cNvPr>
          <p:cNvGrpSpPr/>
          <p:nvPr/>
        </p:nvGrpSpPr>
        <p:grpSpPr>
          <a:xfrm>
            <a:off x="3697358" y="4607027"/>
            <a:ext cx="2072485" cy="663482"/>
            <a:chOff x="3580398" y="3599411"/>
            <a:chExt cx="4217674" cy="1350238"/>
          </a:xfrm>
        </p:grpSpPr>
        <p:sp>
          <p:nvSpPr>
            <p:cNvPr id="510" name="타원 509">
              <a:extLst>
                <a:ext uri="{FF2B5EF4-FFF2-40B4-BE49-F238E27FC236}">
                  <a16:creationId xmlns:a16="http://schemas.microsoft.com/office/drawing/2014/main" id="{AC0CBB9A-E6C5-E6C6-5FA6-B3ADAA3967F8}"/>
                </a:ext>
              </a:extLst>
            </p:cNvPr>
            <p:cNvSpPr/>
            <p:nvPr/>
          </p:nvSpPr>
          <p:spPr>
            <a:xfrm>
              <a:off x="3580398" y="3875635"/>
              <a:ext cx="4217674" cy="1074014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  <a:prstDash val="solid"/>
            </a:ln>
            <a:effectLst>
              <a:outerShdw blurRad="63500" sx="102000" sy="102000" algn="ctr" rotWithShape="0">
                <a:srgbClr val="FFFF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grpSp>
          <p:nvGrpSpPr>
            <p:cNvPr id="511" name="그룹 510">
              <a:extLst>
                <a:ext uri="{FF2B5EF4-FFF2-40B4-BE49-F238E27FC236}">
                  <a16:creationId xmlns:a16="http://schemas.microsoft.com/office/drawing/2014/main" id="{F81A0220-62E5-5367-680A-36FC870B699C}"/>
                </a:ext>
              </a:extLst>
            </p:cNvPr>
            <p:cNvGrpSpPr/>
            <p:nvPr/>
          </p:nvGrpSpPr>
          <p:grpSpPr>
            <a:xfrm>
              <a:off x="5596831" y="4036467"/>
              <a:ext cx="271667" cy="504983"/>
              <a:chOff x="5699723" y="5070540"/>
              <a:chExt cx="271667" cy="504983"/>
            </a:xfrm>
          </p:grpSpPr>
          <p:sp>
            <p:nvSpPr>
              <p:cNvPr id="530" name="타원 529">
                <a:extLst>
                  <a:ext uri="{FF2B5EF4-FFF2-40B4-BE49-F238E27FC236}">
                    <a16:creationId xmlns:a16="http://schemas.microsoft.com/office/drawing/2014/main" id="{EB08BD44-EEF7-9C22-7B95-C8CC2DD0703E}"/>
                  </a:ext>
                </a:extLst>
              </p:cNvPr>
              <p:cNvSpPr/>
              <p:nvPr/>
            </p:nvSpPr>
            <p:spPr>
              <a:xfrm>
                <a:off x="5699723" y="5303856"/>
                <a:ext cx="271667" cy="271667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002060"/>
                  </a:gs>
                  <a:gs pos="50000">
                    <a:srgbClr val="00B0F0"/>
                  </a:gs>
                  <a:gs pos="0">
                    <a:srgbClr val="49FA0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31" name="Freeform 1">
                <a:extLst>
                  <a:ext uri="{FF2B5EF4-FFF2-40B4-BE49-F238E27FC236}">
                    <a16:creationId xmlns:a16="http://schemas.microsoft.com/office/drawing/2014/main" id="{1C327EED-1C94-68BB-CCA5-9A88B260F9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710077" y="5070540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512" name="그룹 511">
              <a:extLst>
                <a:ext uri="{FF2B5EF4-FFF2-40B4-BE49-F238E27FC236}">
                  <a16:creationId xmlns:a16="http://schemas.microsoft.com/office/drawing/2014/main" id="{C4DFAB3E-820D-290B-E074-9F2F7B6454BF}"/>
                </a:ext>
              </a:extLst>
            </p:cNvPr>
            <p:cNvGrpSpPr/>
            <p:nvPr/>
          </p:nvGrpSpPr>
          <p:grpSpPr>
            <a:xfrm>
              <a:off x="6017483" y="4110280"/>
              <a:ext cx="249238" cy="415698"/>
              <a:chOff x="5477730" y="4504236"/>
              <a:chExt cx="249238" cy="415698"/>
            </a:xfrm>
          </p:grpSpPr>
          <p:sp>
            <p:nvSpPr>
              <p:cNvPr id="528" name="타원 527">
                <a:extLst>
                  <a:ext uri="{FF2B5EF4-FFF2-40B4-BE49-F238E27FC236}">
                    <a16:creationId xmlns:a16="http://schemas.microsoft.com/office/drawing/2014/main" id="{2B475767-D547-B0B6-D3AB-A9E308E0C853}"/>
                  </a:ext>
                </a:extLst>
              </p:cNvPr>
              <p:cNvSpPr/>
              <p:nvPr/>
            </p:nvSpPr>
            <p:spPr>
              <a:xfrm>
                <a:off x="5506343" y="4734382"/>
                <a:ext cx="185552" cy="18555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29" name="Freeform 1">
                <a:extLst>
                  <a:ext uri="{FF2B5EF4-FFF2-40B4-BE49-F238E27FC236}">
                    <a16:creationId xmlns:a16="http://schemas.microsoft.com/office/drawing/2014/main" id="{425BF753-8986-8525-4750-20182FED31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477730" y="4504236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513" name="그룹 512">
              <a:extLst>
                <a:ext uri="{FF2B5EF4-FFF2-40B4-BE49-F238E27FC236}">
                  <a16:creationId xmlns:a16="http://schemas.microsoft.com/office/drawing/2014/main" id="{2F4EF463-1ABA-B242-F94A-A0C341AE8792}"/>
                </a:ext>
              </a:extLst>
            </p:cNvPr>
            <p:cNvGrpSpPr/>
            <p:nvPr/>
          </p:nvGrpSpPr>
          <p:grpSpPr>
            <a:xfrm>
              <a:off x="4327555" y="3599411"/>
              <a:ext cx="249238" cy="455376"/>
              <a:chOff x="5164957" y="3502759"/>
              <a:chExt cx="249238" cy="455376"/>
            </a:xfrm>
          </p:grpSpPr>
          <p:sp>
            <p:nvSpPr>
              <p:cNvPr id="526" name="타원 525">
                <a:extLst>
                  <a:ext uri="{FF2B5EF4-FFF2-40B4-BE49-F238E27FC236}">
                    <a16:creationId xmlns:a16="http://schemas.microsoft.com/office/drawing/2014/main" id="{0E2B1D2D-895F-040F-8F26-C3883A4C699A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27" name="Freeform 1">
                <a:extLst>
                  <a:ext uri="{FF2B5EF4-FFF2-40B4-BE49-F238E27FC236}">
                    <a16:creationId xmlns:a16="http://schemas.microsoft.com/office/drawing/2014/main" id="{7DA70A14-78B9-CD27-E290-0B198D14DA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514" name="그룹 513">
              <a:extLst>
                <a:ext uri="{FF2B5EF4-FFF2-40B4-BE49-F238E27FC236}">
                  <a16:creationId xmlns:a16="http://schemas.microsoft.com/office/drawing/2014/main" id="{22AE26CC-5DD7-DF1B-673C-A1D2C925F970}"/>
                </a:ext>
              </a:extLst>
            </p:cNvPr>
            <p:cNvGrpSpPr/>
            <p:nvPr/>
          </p:nvGrpSpPr>
          <p:grpSpPr>
            <a:xfrm>
              <a:off x="4962643" y="3599411"/>
              <a:ext cx="249238" cy="455376"/>
              <a:chOff x="5164957" y="3502759"/>
              <a:chExt cx="249238" cy="455376"/>
            </a:xfrm>
          </p:grpSpPr>
          <p:sp>
            <p:nvSpPr>
              <p:cNvPr id="524" name="타원 523">
                <a:extLst>
                  <a:ext uri="{FF2B5EF4-FFF2-40B4-BE49-F238E27FC236}">
                    <a16:creationId xmlns:a16="http://schemas.microsoft.com/office/drawing/2014/main" id="{9C3DF986-D5C1-1CE7-282F-38ADF8D8E875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25" name="Freeform 1">
                <a:extLst>
                  <a:ext uri="{FF2B5EF4-FFF2-40B4-BE49-F238E27FC236}">
                    <a16:creationId xmlns:a16="http://schemas.microsoft.com/office/drawing/2014/main" id="{0F9B7B29-6C33-ACDA-760E-C08B042C06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515" name="그룹 514">
              <a:extLst>
                <a:ext uri="{FF2B5EF4-FFF2-40B4-BE49-F238E27FC236}">
                  <a16:creationId xmlns:a16="http://schemas.microsoft.com/office/drawing/2014/main" id="{CFCB6361-4A4E-12BE-3719-06CF8CCE6A30}"/>
                </a:ext>
              </a:extLst>
            </p:cNvPr>
            <p:cNvGrpSpPr/>
            <p:nvPr/>
          </p:nvGrpSpPr>
          <p:grpSpPr>
            <a:xfrm>
              <a:off x="5597731" y="3599411"/>
              <a:ext cx="249238" cy="455376"/>
              <a:chOff x="5164957" y="3502759"/>
              <a:chExt cx="249238" cy="455376"/>
            </a:xfrm>
          </p:grpSpPr>
          <p:sp>
            <p:nvSpPr>
              <p:cNvPr id="522" name="타원 521">
                <a:extLst>
                  <a:ext uri="{FF2B5EF4-FFF2-40B4-BE49-F238E27FC236}">
                    <a16:creationId xmlns:a16="http://schemas.microsoft.com/office/drawing/2014/main" id="{7B33C7C0-B476-75EA-E2A3-F252C93C25D6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23" name="Freeform 1">
                <a:extLst>
                  <a:ext uri="{FF2B5EF4-FFF2-40B4-BE49-F238E27FC236}">
                    <a16:creationId xmlns:a16="http://schemas.microsoft.com/office/drawing/2014/main" id="{661DED50-D301-70FB-95AA-F7DE1EA784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516" name="그룹 515">
              <a:extLst>
                <a:ext uri="{FF2B5EF4-FFF2-40B4-BE49-F238E27FC236}">
                  <a16:creationId xmlns:a16="http://schemas.microsoft.com/office/drawing/2014/main" id="{9ABFE03A-7131-D70D-701C-48F69E83996D}"/>
                </a:ext>
              </a:extLst>
            </p:cNvPr>
            <p:cNvGrpSpPr/>
            <p:nvPr/>
          </p:nvGrpSpPr>
          <p:grpSpPr>
            <a:xfrm>
              <a:off x="6232819" y="3599411"/>
              <a:ext cx="249238" cy="455376"/>
              <a:chOff x="5164957" y="3502759"/>
              <a:chExt cx="249238" cy="455376"/>
            </a:xfrm>
          </p:grpSpPr>
          <p:sp>
            <p:nvSpPr>
              <p:cNvPr id="520" name="타원 519">
                <a:extLst>
                  <a:ext uri="{FF2B5EF4-FFF2-40B4-BE49-F238E27FC236}">
                    <a16:creationId xmlns:a16="http://schemas.microsoft.com/office/drawing/2014/main" id="{3C73D462-4393-BAD7-233C-6FEFFBE4609F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21" name="Freeform 1">
                <a:extLst>
                  <a:ext uri="{FF2B5EF4-FFF2-40B4-BE49-F238E27FC236}">
                    <a16:creationId xmlns:a16="http://schemas.microsoft.com/office/drawing/2014/main" id="{3AA43303-9CAF-5BB0-FB8E-2BDD71F4F2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517" name="그룹 516">
              <a:extLst>
                <a:ext uri="{FF2B5EF4-FFF2-40B4-BE49-F238E27FC236}">
                  <a16:creationId xmlns:a16="http://schemas.microsoft.com/office/drawing/2014/main" id="{936B64C7-8BB7-8C80-437C-18AFFBF89439}"/>
                </a:ext>
              </a:extLst>
            </p:cNvPr>
            <p:cNvGrpSpPr/>
            <p:nvPr/>
          </p:nvGrpSpPr>
          <p:grpSpPr>
            <a:xfrm>
              <a:off x="6867908" y="3599411"/>
              <a:ext cx="249238" cy="455376"/>
              <a:chOff x="5164957" y="3502759"/>
              <a:chExt cx="249238" cy="455376"/>
            </a:xfrm>
          </p:grpSpPr>
          <p:sp>
            <p:nvSpPr>
              <p:cNvPr id="518" name="타원 517">
                <a:extLst>
                  <a:ext uri="{FF2B5EF4-FFF2-40B4-BE49-F238E27FC236}">
                    <a16:creationId xmlns:a16="http://schemas.microsoft.com/office/drawing/2014/main" id="{8B8F0FC1-F0FA-2565-1F0E-E43E890473E0}"/>
                  </a:ext>
                </a:extLst>
              </p:cNvPr>
              <p:cNvSpPr/>
              <p:nvPr/>
            </p:nvSpPr>
            <p:spPr>
              <a:xfrm>
                <a:off x="5177317" y="3733617"/>
                <a:ext cx="224518" cy="22451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8000">
                    <a:schemeClr val="accent4"/>
                  </a:gs>
                  <a:gs pos="100000">
                    <a:schemeClr val="accent4">
                      <a:lumMod val="40000"/>
                      <a:lumOff val="6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63500" sx="102000" sy="102000" algn="ctr" rotWithShape="0">
                  <a:srgbClr val="FFFF0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19" name="Freeform 1">
                <a:extLst>
                  <a:ext uri="{FF2B5EF4-FFF2-40B4-BE49-F238E27FC236}">
                    <a16:creationId xmlns:a16="http://schemas.microsoft.com/office/drawing/2014/main" id="{008ECF5A-750C-837C-16BB-F0BF0C9E12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64957" y="3502759"/>
                <a:ext cx="249238" cy="276225"/>
              </a:xfrm>
              <a:custGeom>
                <a:avLst/>
                <a:gdLst>
                  <a:gd name="T0" fmla="*/ 346 w 692"/>
                  <a:gd name="T1" fmla="*/ 0 h 766"/>
                  <a:gd name="T2" fmla="*/ 427 w 692"/>
                  <a:gd name="T3" fmla="*/ 74 h 766"/>
                  <a:gd name="T4" fmla="*/ 346 w 692"/>
                  <a:gd name="T5" fmla="*/ 154 h 766"/>
                  <a:gd name="T6" fmla="*/ 272 w 692"/>
                  <a:gd name="T7" fmla="*/ 74 h 766"/>
                  <a:gd name="T8" fmla="*/ 346 w 692"/>
                  <a:gd name="T9" fmla="*/ 0 h 766"/>
                  <a:gd name="T10" fmla="*/ 691 w 692"/>
                  <a:gd name="T11" fmla="*/ 265 h 766"/>
                  <a:gd name="T12" fmla="*/ 463 w 692"/>
                  <a:gd name="T13" fmla="*/ 265 h 766"/>
                  <a:gd name="T14" fmla="*/ 463 w 692"/>
                  <a:gd name="T15" fmla="*/ 765 h 766"/>
                  <a:gd name="T16" fmla="*/ 390 w 692"/>
                  <a:gd name="T17" fmla="*/ 765 h 766"/>
                  <a:gd name="T18" fmla="*/ 390 w 692"/>
                  <a:gd name="T19" fmla="*/ 537 h 766"/>
                  <a:gd name="T20" fmla="*/ 309 w 692"/>
                  <a:gd name="T21" fmla="*/ 537 h 766"/>
                  <a:gd name="T22" fmla="*/ 309 w 692"/>
                  <a:gd name="T23" fmla="*/ 765 h 766"/>
                  <a:gd name="T24" fmla="*/ 235 w 692"/>
                  <a:gd name="T25" fmla="*/ 765 h 766"/>
                  <a:gd name="T26" fmla="*/ 235 w 692"/>
                  <a:gd name="T27" fmla="*/ 265 h 766"/>
                  <a:gd name="T28" fmla="*/ 0 w 692"/>
                  <a:gd name="T29" fmla="*/ 265 h 766"/>
                  <a:gd name="T30" fmla="*/ 0 w 692"/>
                  <a:gd name="T31" fmla="*/ 191 h 766"/>
                  <a:gd name="T32" fmla="*/ 691 w 692"/>
                  <a:gd name="T33" fmla="*/ 191 h 766"/>
                  <a:gd name="T34" fmla="*/ 691 w 692"/>
                  <a:gd name="T35" fmla="*/ 265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2" h="766">
                    <a:moveTo>
                      <a:pt x="346" y="0"/>
                    </a:moveTo>
                    <a:cubicBezTo>
                      <a:pt x="390" y="0"/>
                      <a:pt x="427" y="33"/>
                      <a:pt x="427" y="74"/>
                    </a:cubicBezTo>
                    <a:cubicBezTo>
                      <a:pt x="427" y="114"/>
                      <a:pt x="386" y="154"/>
                      <a:pt x="346" y="154"/>
                    </a:cubicBezTo>
                    <a:cubicBezTo>
                      <a:pt x="305" y="154"/>
                      <a:pt x="272" y="114"/>
                      <a:pt x="272" y="74"/>
                    </a:cubicBezTo>
                    <a:cubicBezTo>
                      <a:pt x="272" y="33"/>
                      <a:pt x="309" y="0"/>
                      <a:pt x="346" y="0"/>
                    </a:cubicBezTo>
                    <a:close/>
                    <a:moveTo>
                      <a:pt x="691" y="265"/>
                    </a:moveTo>
                    <a:lnTo>
                      <a:pt x="463" y="265"/>
                    </a:lnTo>
                    <a:lnTo>
                      <a:pt x="463" y="765"/>
                    </a:lnTo>
                    <a:lnTo>
                      <a:pt x="390" y="765"/>
                    </a:lnTo>
                    <a:lnTo>
                      <a:pt x="390" y="537"/>
                    </a:lnTo>
                    <a:lnTo>
                      <a:pt x="309" y="537"/>
                    </a:lnTo>
                    <a:lnTo>
                      <a:pt x="309" y="765"/>
                    </a:lnTo>
                    <a:lnTo>
                      <a:pt x="235" y="765"/>
                    </a:lnTo>
                    <a:lnTo>
                      <a:pt x="235" y="265"/>
                    </a:lnTo>
                    <a:lnTo>
                      <a:pt x="0" y="265"/>
                    </a:lnTo>
                    <a:lnTo>
                      <a:pt x="0" y="191"/>
                    </a:lnTo>
                    <a:lnTo>
                      <a:pt x="691" y="191"/>
                    </a:lnTo>
                    <a:lnTo>
                      <a:pt x="691" y="26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/>
                  </a:gs>
                  <a:gs pos="56000">
                    <a:schemeClr val="accent4">
                      <a:lumMod val="20000"/>
                      <a:lumOff val="80000"/>
                    </a:schemeClr>
                  </a:gs>
                  <a:gs pos="40000">
                    <a:schemeClr val="accent4">
                      <a:lumMod val="20000"/>
                      <a:lumOff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532" name="그룹 531">
            <a:extLst>
              <a:ext uri="{FF2B5EF4-FFF2-40B4-BE49-F238E27FC236}">
                <a16:creationId xmlns:a16="http://schemas.microsoft.com/office/drawing/2014/main" id="{F066DE9D-58EB-4275-AA6B-8EBF62552839}"/>
              </a:ext>
            </a:extLst>
          </p:cNvPr>
          <p:cNvGrpSpPr/>
          <p:nvPr/>
        </p:nvGrpSpPr>
        <p:grpSpPr>
          <a:xfrm>
            <a:off x="3875091" y="2433421"/>
            <a:ext cx="1729011" cy="2795487"/>
            <a:chOff x="4237723" y="575596"/>
            <a:chExt cx="3245000" cy="5246560"/>
          </a:xfrm>
        </p:grpSpPr>
        <p:cxnSp>
          <p:nvCxnSpPr>
            <p:cNvPr id="533" name="직선 연결선[R] 390">
              <a:extLst>
                <a:ext uri="{FF2B5EF4-FFF2-40B4-BE49-F238E27FC236}">
                  <a16:creationId xmlns:a16="http://schemas.microsoft.com/office/drawing/2014/main" id="{E6F8AEC5-E41E-05DD-0B98-AA85001361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7723" y="575596"/>
              <a:ext cx="1016369" cy="524656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직선 연결선[R] 391">
              <a:extLst>
                <a:ext uri="{FF2B5EF4-FFF2-40B4-BE49-F238E27FC236}">
                  <a16:creationId xmlns:a16="http://schemas.microsoft.com/office/drawing/2014/main" id="{F95F20F9-3D23-2BA5-0531-359F62B21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7084" y="575597"/>
              <a:ext cx="1015639" cy="524655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5" name="그룹 534">
              <a:extLst>
                <a:ext uri="{FF2B5EF4-FFF2-40B4-BE49-F238E27FC236}">
                  <a16:creationId xmlns:a16="http://schemas.microsoft.com/office/drawing/2014/main" id="{4A1D8E27-E86F-1375-D783-29988E210EDB}"/>
                </a:ext>
              </a:extLst>
            </p:cNvPr>
            <p:cNvGrpSpPr/>
            <p:nvPr/>
          </p:nvGrpSpPr>
          <p:grpSpPr>
            <a:xfrm>
              <a:off x="6703457" y="4626878"/>
              <a:ext cx="561736" cy="207155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626" name="현 625">
                <a:extLst>
                  <a:ext uri="{FF2B5EF4-FFF2-40B4-BE49-F238E27FC236}">
                    <a16:creationId xmlns:a16="http://schemas.microsoft.com/office/drawing/2014/main" id="{3AC5E86C-DCE3-14B2-8FC7-3D747DC10296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27" name="타원 626">
                <a:extLst>
                  <a:ext uri="{FF2B5EF4-FFF2-40B4-BE49-F238E27FC236}">
                    <a16:creationId xmlns:a16="http://schemas.microsoft.com/office/drawing/2014/main" id="{37184637-74C4-EEFC-4317-4B5D6FBCD801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28" name="자유형 399">
                <a:extLst>
                  <a:ext uri="{FF2B5EF4-FFF2-40B4-BE49-F238E27FC236}">
                    <a16:creationId xmlns:a16="http://schemas.microsoft.com/office/drawing/2014/main" id="{721FE91B-2048-8BDD-28C2-6F6FEDA9BD4B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29" name="현 628">
                <a:extLst>
                  <a:ext uri="{FF2B5EF4-FFF2-40B4-BE49-F238E27FC236}">
                    <a16:creationId xmlns:a16="http://schemas.microsoft.com/office/drawing/2014/main" id="{142A348A-5CD7-82D7-4A74-598F8B976604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36" name="그룹 535">
              <a:extLst>
                <a:ext uri="{FF2B5EF4-FFF2-40B4-BE49-F238E27FC236}">
                  <a16:creationId xmlns:a16="http://schemas.microsoft.com/office/drawing/2014/main" id="{8605BF39-C904-A702-3BD5-B1529075E89A}"/>
                </a:ext>
              </a:extLst>
            </p:cNvPr>
            <p:cNvGrpSpPr/>
            <p:nvPr/>
          </p:nvGrpSpPr>
          <p:grpSpPr>
            <a:xfrm>
              <a:off x="4555516" y="3975424"/>
              <a:ext cx="536996" cy="198031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622" name="현 621">
                <a:extLst>
                  <a:ext uri="{FF2B5EF4-FFF2-40B4-BE49-F238E27FC236}">
                    <a16:creationId xmlns:a16="http://schemas.microsoft.com/office/drawing/2014/main" id="{99DDBF1C-629D-480D-BE98-950F0871ECF9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23" name="타원 622">
                <a:extLst>
                  <a:ext uri="{FF2B5EF4-FFF2-40B4-BE49-F238E27FC236}">
                    <a16:creationId xmlns:a16="http://schemas.microsoft.com/office/drawing/2014/main" id="{FC128EAF-4A7C-19EF-EF4F-E9314EBC4C96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24" name="자유형 404">
                <a:extLst>
                  <a:ext uri="{FF2B5EF4-FFF2-40B4-BE49-F238E27FC236}">
                    <a16:creationId xmlns:a16="http://schemas.microsoft.com/office/drawing/2014/main" id="{B26DC6B5-B76F-35D7-1D5E-07227EEEF1A2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25" name="현 624">
                <a:extLst>
                  <a:ext uri="{FF2B5EF4-FFF2-40B4-BE49-F238E27FC236}">
                    <a16:creationId xmlns:a16="http://schemas.microsoft.com/office/drawing/2014/main" id="{69AEE080-F547-45EF-FA01-74A30EB8516C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37" name="그룹 536">
              <a:extLst>
                <a:ext uri="{FF2B5EF4-FFF2-40B4-BE49-F238E27FC236}">
                  <a16:creationId xmlns:a16="http://schemas.microsoft.com/office/drawing/2014/main" id="{2BCCE673-D6EE-CBCA-674C-C2BBDBF9B9C8}"/>
                </a:ext>
              </a:extLst>
            </p:cNvPr>
            <p:cNvGrpSpPr/>
            <p:nvPr/>
          </p:nvGrpSpPr>
          <p:grpSpPr>
            <a:xfrm>
              <a:off x="5334145" y="1860047"/>
              <a:ext cx="348795" cy="128627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618" name="현 617">
                <a:extLst>
                  <a:ext uri="{FF2B5EF4-FFF2-40B4-BE49-F238E27FC236}">
                    <a16:creationId xmlns:a16="http://schemas.microsoft.com/office/drawing/2014/main" id="{ADE0D8F0-D463-65F7-7BF2-A11883E4AF4B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19" name="타원 618">
                <a:extLst>
                  <a:ext uri="{FF2B5EF4-FFF2-40B4-BE49-F238E27FC236}">
                    <a16:creationId xmlns:a16="http://schemas.microsoft.com/office/drawing/2014/main" id="{02C6E047-A0E2-D222-4CB6-CDB8C6D55495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20" name="자유형 409">
                <a:extLst>
                  <a:ext uri="{FF2B5EF4-FFF2-40B4-BE49-F238E27FC236}">
                    <a16:creationId xmlns:a16="http://schemas.microsoft.com/office/drawing/2014/main" id="{DFFD36C0-4E1C-4B96-909E-3872C1EFD5D5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21" name="현 620">
                <a:extLst>
                  <a:ext uri="{FF2B5EF4-FFF2-40B4-BE49-F238E27FC236}">
                    <a16:creationId xmlns:a16="http://schemas.microsoft.com/office/drawing/2014/main" id="{A836EDEB-0C20-73D6-FC63-559C786CA9F2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38" name="그룹 537">
              <a:extLst>
                <a:ext uri="{FF2B5EF4-FFF2-40B4-BE49-F238E27FC236}">
                  <a16:creationId xmlns:a16="http://schemas.microsoft.com/office/drawing/2014/main" id="{C6BF410A-3956-BF47-A91D-3A7BD13E9EC3}"/>
                </a:ext>
              </a:extLst>
            </p:cNvPr>
            <p:cNvGrpSpPr/>
            <p:nvPr/>
          </p:nvGrpSpPr>
          <p:grpSpPr>
            <a:xfrm>
              <a:off x="5684793" y="1485056"/>
              <a:ext cx="317086" cy="116934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614" name="현 613">
                <a:extLst>
                  <a:ext uri="{FF2B5EF4-FFF2-40B4-BE49-F238E27FC236}">
                    <a16:creationId xmlns:a16="http://schemas.microsoft.com/office/drawing/2014/main" id="{37348A87-122E-09AB-CE9F-244FF77F0993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15" name="타원 614">
                <a:extLst>
                  <a:ext uri="{FF2B5EF4-FFF2-40B4-BE49-F238E27FC236}">
                    <a16:creationId xmlns:a16="http://schemas.microsoft.com/office/drawing/2014/main" id="{01DBBD24-01F5-88DD-44B0-A9EAC0C243E4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16" name="자유형 414">
                <a:extLst>
                  <a:ext uri="{FF2B5EF4-FFF2-40B4-BE49-F238E27FC236}">
                    <a16:creationId xmlns:a16="http://schemas.microsoft.com/office/drawing/2014/main" id="{61DAF5B3-D186-7774-799F-55A5A02428B9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17" name="현 616">
                <a:extLst>
                  <a:ext uri="{FF2B5EF4-FFF2-40B4-BE49-F238E27FC236}">
                    <a16:creationId xmlns:a16="http://schemas.microsoft.com/office/drawing/2014/main" id="{B6812887-118B-C1B5-6920-68B68598A8ED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39" name="그룹 538">
              <a:extLst>
                <a:ext uri="{FF2B5EF4-FFF2-40B4-BE49-F238E27FC236}">
                  <a16:creationId xmlns:a16="http://schemas.microsoft.com/office/drawing/2014/main" id="{96F186F0-FD69-C9E3-7029-44250E3A2F6E}"/>
                </a:ext>
              </a:extLst>
            </p:cNvPr>
            <p:cNvGrpSpPr/>
            <p:nvPr/>
          </p:nvGrpSpPr>
          <p:grpSpPr>
            <a:xfrm>
              <a:off x="5124101" y="1184534"/>
              <a:ext cx="262055" cy="9664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610" name="현 609">
                <a:extLst>
                  <a:ext uri="{FF2B5EF4-FFF2-40B4-BE49-F238E27FC236}">
                    <a16:creationId xmlns:a16="http://schemas.microsoft.com/office/drawing/2014/main" id="{5825F7EE-F1B7-DEE5-6E40-8AC40386A8A2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11" name="타원 610">
                <a:extLst>
                  <a:ext uri="{FF2B5EF4-FFF2-40B4-BE49-F238E27FC236}">
                    <a16:creationId xmlns:a16="http://schemas.microsoft.com/office/drawing/2014/main" id="{1C1D0902-6BD1-BC0E-A236-85EC9B31176A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12" name="자유형 419">
                <a:extLst>
                  <a:ext uri="{FF2B5EF4-FFF2-40B4-BE49-F238E27FC236}">
                    <a16:creationId xmlns:a16="http://schemas.microsoft.com/office/drawing/2014/main" id="{D7A87235-B6AD-015C-22EC-76D49B8A4EE5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13" name="현 612">
                <a:extLst>
                  <a:ext uri="{FF2B5EF4-FFF2-40B4-BE49-F238E27FC236}">
                    <a16:creationId xmlns:a16="http://schemas.microsoft.com/office/drawing/2014/main" id="{B9E2D728-1D8C-909C-C7D6-CBD833CFB826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40" name="그룹 539">
              <a:extLst>
                <a:ext uri="{FF2B5EF4-FFF2-40B4-BE49-F238E27FC236}">
                  <a16:creationId xmlns:a16="http://schemas.microsoft.com/office/drawing/2014/main" id="{32D0899C-EFDF-7613-37FE-CC19BB985BF4}"/>
                </a:ext>
              </a:extLst>
            </p:cNvPr>
            <p:cNvGrpSpPr/>
            <p:nvPr/>
          </p:nvGrpSpPr>
          <p:grpSpPr>
            <a:xfrm>
              <a:off x="5419522" y="1275974"/>
              <a:ext cx="262055" cy="9664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606" name="현 605">
                <a:extLst>
                  <a:ext uri="{FF2B5EF4-FFF2-40B4-BE49-F238E27FC236}">
                    <a16:creationId xmlns:a16="http://schemas.microsoft.com/office/drawing/2014/main" id="{C75D0865-4AC7-BA54-50B8-88BEFE381EDF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07" name="타원 606">
                <a:extLst>
                  <a:ext uri="{FF2B5EF4-FFF2-40B4-BE49-F238E27FC236}">
                    <a16:creationId xmlns:a16="http://schemas.microsoft.com/office/drawing/2014/main" id="{066CA4C7-D886-AEDB-3BB9-54C56225DCD6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08" name="자유형 501">
                <a:extLst>
                  <a:ext uri="{FF2B5EF4-FFF2-40B4-BE49-F238E27FC236}">
                    <a16:creationId xmlns:a16="http://schemas.microsoft.com/office/drawing/2014/main" id="{F95806F1-7CA3-601A-3C91-F8DCEC78431B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09" name="현 608">
                <a:extLst>
                  <a:ext uri="{FF2B5EF4-FFF2-40B4-BE49-F238E27FC236}">
                    <a16:creationId xmlns:a16="http://schemas.microsoft.com/office/drawing/2014/main" id="{0DA0B1D4-F837-2CD5-B428-72E2F027404E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41" name="그룹 540">
              <a:extLst>
                <a:ext uri="{FF2B5EF4-FFF2-40B4-BE49-F238E27FC236}">
                  <a16:creationId xmlns:a16="http://schemas.microsoft.com/office/drawing/2014/main" id="{20657883-559E-7EB9-E3DB-D246BEF670DC}"/>
                </a:ext>
              </a:extLst>
            </p:cNvPr>
            <p:cNvGrpSpPr/>
            <p:nvPr/>
          </p:nvGrpSpPr>
          <p:grpSpPr>
            <a:xfrm>
              <a:off x="5334145" y="1663099"/>
              <a:ext cx="348795" cy="128627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602" name="현 601">
                <a:extLst>
                  <a:ext uri="{FF2B5EF4-FFF2-40B4-BE49-F238E27FC236}">
                    <a16:creationId xmlns:a16="http://schemas.microsoft.com/office/drawing/2014/main" id="{F346D641-ABB3-A4FC-1948-CDC0A3C55947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03" name="타원 602">
                <a:extLst>
                  <a:ext uri="{FF2B5EF4-FFF2-40B4-BE49-F238E27FC236}">
                    <a16:creationId xmlns:a16="http://schemas.microsoft.com/office/drawing/2014/main" id="{5A7906BD-2645-8D7E-0BB6-AA32EEA57284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04" name="자유형 506">
                <a:extLst>
                  <a:ext uri="{FF2B5EF4-FFF2-40B4-BE49-F238E27FC236}">
                    <a16:creationId xmlns:a16="http://schemas.microsoft.com/office/drawing/2014/main" id="{40647A6F-E178-2C9A-F5B1-8B441C4ABA07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05" name="현 604">
                <a:extLst>
                  <a:ext uri="{FF2B5EF4-FFF2-40B4-BE49-F238E27FC236}">
                    <a16:creationId xmlns:a16="http://schemas.microsoft.com/office/drawing/2014/main" id="{A3AC4B28-9AE7-2354-18B5-B9394C4F8E23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42" name="그룹 541">
              <a:extLst>
                <a:ext uri="{FF2B5EF4-FFF2-40B4-BE49-F238E27FC236}">
                  <a16:creationId xmlns:a16="http://schemas.microsoft.com/office/drawing/2014/main" id="{A9EF718E-295E-19E3-9956-D8D119585024}"/>
                </a:ext>
              </a:extLst>
            </p:cNvPr>
            <p:cNvGrpSpPr/>
            <p:nvPr/>
          </p:nvGrpSpPr>
          <p:grpSpPr>
            <a:xfrm>
              <a:off x="5690041" y="2182595"/>
              <a:ext cx="348795" cy="128627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98" name="현 597">
                <a:extLst>
                  <a:ext uri="{FF2B5EF4-FFF2-40B4-BE49-F238E27FC236}">
                    <a16:creationId xmlns:a16="http://schemas.microsoft.com/office/drawing/2014/main" id="{51572BBA-1924-0A20-62A9-C023292E6C33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99" name="타원 598">
                <a:extLst>
                  <a:ext uri="{FF2B5EF4-FFF2-40B4-BE49-F238E27FC236}">
                    <a16:creationId xmlns:a16="http://schemas.microsoft.com/office/drawing/2014/main" id="{DC192F36-F31F-4B23-88C9-2FA193F2DBA8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00" name="자유형 511">
                <a:extLst>
                  <a:ext uri="{FF2B5EF4-FFF2-40B4-BE49-F238E27FC236}">
                    <a16:creationId xmlns:a16="http://schemas.microsoft.com/office/drawing/2014/main" id="{D56F1437-18B8-CDC6-1EC4-1EFDF2C23C90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01" name="현 600">
                <a:extLst>
                  <a:ext uri="{FF2B5EF4-FFF2-40B4-BE49-F238E27FC236}">
                    <a16:creationId xmlns:a16="http://schemas.microsoft.com/office/drawing/2014/main" id="{A74D9229-8126-9EE4-5705-DEF467D776AC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43" name="그룹 542">
              <a:extLst>
                <a:ext uri="{FF2B5EF4-FFF2-40B4-BE49-F238E27FC236}">
                  <a16:creationId xmlns:a16="http://schemas.microsoft.com/office/drawing/2014/main" id="{E4EC17C5-BF74-0C16-0F0D-FFE43E5BE05B}"/>
                </a:ext>
              </a:extLst>
            </p:cNvPr>
            <p:cNvGrpSpPr/>
            <p:nvPr/>
          </p:nvGrpSpPr>
          <p:grpSpPr>
            <a:xfrm>
              <a:off x="5578040" y="4282238"/>
              <a:ext cx="561736" cy="207155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94" name="현 593">
                <a:extLst>
                  <a:ext uri="{FF2B5EF4-FFF2-40B4-BE49-F238E27FC236}">
                    <a16:creationId xmlns:a16="http://schemas.microsoft.com/office/drawing/2014/main" id="{00F36731-856F-0D56-EE79-9FF58F05764E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95" name="타원 594">
                <a:extLst>
                  <a:ext uri="{FF2B5EF4-FFF2-40B4-BE49-F238E27FC236}">
                    <a16:creationId xmlns:a16="http://schemas.microsoft.com/office/drawing/2014/main" id="{96FE6100-685A-514C-4BCB-E3B28C8DAEC4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96" name="자유형 516">
                <a:extLst>
                  <a:ext uri="{FF2B5EF4-FFF2-40B4-BE49-F238E27FC236}">
                    <a16:creationId xmlns:a16="http://schemas.microsoft.com/office/drawing/2014/main" id="{28EC5984-D670-1E82-BC3B-D2846E4CC9DA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97" name="현 596">
                <a:extLst>
                  <a:ext uri="{FF2B5EF4-FFF2-40B4-BE49-F238E27FC236}">
                    <a16:creationId xmlns:a16="http://schemas.microsoft.com/office/drawing/2014/main" id="{6CDAE092-663D-BD25-73EA-D846054A9AF6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44" name="그룹 543">
              <a:extLst>
                <a:ext uri="{FF2B5EF4-FFF2-40B4-BE49-F238E27FC236}">
                  <a16:creationId xmlns:a16="http://schemas.microsoft.com/office/drawing/2014/main" id="{6039AA84-1E16-378B-7E89-94C23322951F}"/>
                </a:ext>
              </a:extLst>
            </p:cNvPr>
            <p:cNvGrpSpPr/>
            <p:nvPr/>
          </p:nvGrpSpPr>
          <p:grpSpPr>
            <a:xfrm>
              <a:off x="5104171" y="3771149"/>
              <a:ext cx="510669" cy="188323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90" name="현 589">
                <a:extLst>
                  <a:ext uri="{FF2B5EF4-FFF2-40B4-BE49-F238E27FC236}">
                    <a16:creationId xmlns:a16="http://schemas.microsoft.com/office/drawing/2014/main" id="{BC92F451-1DBC-7D50-AB35-A21DC0CC501F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91" name="타원 590">
                <a:extLst>
                  <a:ext uri="{FF2B5EF4-FFF2-40B4-BE49-F238E27FC236}">
                    <a16:creationId xmlns:a16="http://schemas.microsoft.com/office/drawing/2014/main" id="{61D71C55-5E89-706C-AAEB-AD441BB13F7D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92" name="자유형 521">
                <a:extLst>
                  <a:ext uri="{FF2B5EF4-FFF2-40B4-BE49-F238E27FC236}">
                    <a16:creationId xmlns:a16="http://schemas.microsoft.com/office/drawing/2014/main" id="{002C6337-4F27-A735-3B5C-AFBDE23D1F3F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93" name="현 592">
                <a:extLst>
                  <a:ext uri="{FF2B5EF4-FFF2-40B4-BE49-F238E27FC236}">
                    <a16:creationId xmlns:a16="http://schemas.microsoft.com/office/drawing/2014/main" id="{FEA2F7F1-C6AF-2270-2B77-6B9317A8E117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45" name="그룹 544">
              <a:extLst>
                <a:ext uri="{FF2B5EF4-FFF2-40B4-BE49-F238E27FC236}">
                  <a16:creationId xmlns:a16="http://schemas.microsoft.com/office/drawing/2014/main" id="{41C6637E-A7E0-CD05-8350-53A7540A100D}"/>
                </a:ext>
              </a:extLst>
            </p:cNvPr>
            <p:cNvGrpSpPr/>
            <p:nvPr/>
          </p:nvGrpSpPr>
          <p:grpSpPr>
            <a:xfrm>
              <a:off x="5589507" y="3468694"/>
              <a:ext cx="510669" cy="188323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86" name="현 585">
                <a:extLst>
                  <a:ext uri="{FF2B5EF4-FFF2-40B4-BE49-F238E27FC236}">
                    <a16:creationId xmlns:a16="http://schemas.microsoft.com/office/drawing/2014/main" id="{885058E9-93E1-52BF-A9EB-3942DA8BCA58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87" name="타원 586">
                <a:extLst>
                  <a:ext uri="{FF2B5EF4-FFF2-40B4-BE49-F238E27FC236}">
                    <a16:creationId xmlns:a16="http://schemas.microsoft.com/office/drawing/2014/main" id="{93166920-C77A-EDA1-7276-6EFCC390F799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88" name="자유형 526">
                <a:extLst>
                  <a:ext uri="{FF2B5EF4-FFF2-40B4-BE49-F238E27FC236}">
                    <a16:creationId xmlns:a16="http://schemas.microsoft.com/office/drawing/2014/main" id="{9A61299D-0142-3E9B-EA1C-A0244693B607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89" name="현 588">
                <a:extLst>
                  <a:ext uri="{FF2B5EF4-FFF2-40B4-BE49-F238E27FC236}">
                    <a16:creationId xmlns:a16="http://schemas.microsoft.com/office/drawing/2014/main" id="{074C7853-20C5-7568-0C17-B2FAF75229CA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46" name="그룹 545">
              <a:extLst>
                <a:ext uri="{FF2B5EF4-FFF2-40B4-BE49-F238E27FC236}">
                  <a16:creationId xmlns:a16="http://schemas.microsoft.com/office/drawing/2014/main" id="{C8F2D98A-4FA5-35AE-BFC1-712ACAAD4ECF}"/>
                </a:ext>
              </a:extLst>
            </p:cNvPr>
            <p:cNvGrpSpPr/>
            <p:nvPr/>
          </p:nvGrpSpPr>
          <p:grpSpPr>
            <a:xfrm>
              <a:off x="5626787" y="3118528"/>
              <a:ext cx="464245" cy="171203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82" name="현 581">
                <a:extLst>
                  <a:ext uri="{FF2B5EF4-FFF2-40B4-BE49-F238E27FC236}">
                    <a16:creationId xmlns:a16="http://schemas.microsoft.com/office/drawing/2014/main" id="{DE9F7554-273B-646E-2523-607EA66F1137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83" name="타원 582">
                <a:extLst>
                  <a:ext uri="{FF2B5EF4-FFF2-40B4-BE49-F238E27FC236}">
                    <a16:creationId xmlns:a16="http://schemas.microsoft.com/office/drawing/2014/main" id="{B5C96B16-096B-2530-D5E1-2CC1A349C17C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84" name="자유형 531">
                <a:extLst>
                  <a:ext uri="{FF2B5EF4-FFF2-40B4-BE49-F238E27FC236}">
                    <a16:creationId xmlns:a16="http://schemas.microsoft.com/office/drawing/2014/main" id="{B0AC728D-D3B8-A14B-3FFB-7BC1F6FEBFD4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85" name="현 584">
                <a:extLst>
                  <a:ext uri="{FF2B5EF4-FFF2-40B4-BE49-F238E27FC236}">
                    <a16:creationId xmlns:a16="http://schemas.microsoft.com/office/drawing/2014/main" id="{8043FF25-4E4F-BFE3-A841-A4E1978426F0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47" name="그룹 546">
              <a:extLst>
                <a:ext uri="{FF2B5EF4-FFF2-40B4-BE49-F238E27FC236}">
                  <a16:creationId xmlns:a16="http://schemas.microsoft.com/office/drawing/2014/main" id="{C82D5A8C-EB3D-125C-DFED-EF663B7B183B}"/>
                </a:ext>
              </a:extLst>
            </p:cNvPr>
            <p:cNvGrpSpPr/>
            <p:nvPr/>
          </p:nvGrpSpPr>
          <p:grpSpPr>
            <a:xfrm>
              <a:off x="6103170" y="2929403"/>
              <a:ext cx="383674" cy="14149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78" name="현 577">
                <a:extLst>
                  <a:ext uri="{FF2B5EF4-FFF2-40B4-BE49-F238E27FC236}">
                    <a16:creationId xmlns:a16="http://schemas.microsoft.com/office/drawing/2014/main" id="{290ACCAD-DE2E-D2D1-F2C6-6C2D7331A51B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79" name="타원 578">
                <a:extLst>
                  <a:ext uri="{FF2B5EF4-FFF2-40B4-BE49-F238E27FC236}">
                    <a16:creationId xmlns:a16="http://schemas.microsoft.com/office/drawing/2014/main" id="{A1E46FDD-779B-9AE7-C8DA-7EC0B5796BE0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80" name="자유형 536">
                <a:extLst>
                  <a:ext uri="{FF2B5EF4-FFF2-40B4-BE49-F238E27FC236}">
                    <a16:creationId xmlns:a16="http://schemas.microsoft.com/office/drawing/2014/main" id="{9087E8A9-9110-ADB3-A932-B63FF3EA4B26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81" name="현 580">
                <a:extLst>
                  <a:ext uri="{FF2B5EF4-FFF2-40B4-BE49-F238E27FC236}">
                    <a16:creationId xmlns:a16="http://schemas.microsoft.com/office/drawing/2014/main" id="{51549B10-C364-4198-E37D-CB91B7469351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48" name="그룹 547">
              <a:extLst>
                <a:ext uri="{FF2B5EF4-FFF2-40B4-BE49-F238E27FC236}">
                  <a16:creationId xmlns:a16="http://schemas.microsoft.com/office/drawing/2014/main" id="{DC59FAFE-B8AD-D362-F321-931D75700E73}"/>
                </a:ext>
              </a:extLst>
            </p:cNvPr>
            <p:cNvGrpSpPr/>
            <p:nvPr/>
          </p:nvGrpSpPr>
          <p:grpSpPr>
            <a:xfrm>
              <a:off x="6060967" y="2591778"/>
              <a:ext cx="383674" cy="14149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74" name="현 573">
                <a:extLst>
                  <a:ext uri="{FF2B5EF4-FFF2-40B4-BE49-F238E27FC236}">
                    <a16:creationId xmlns:a16="http://schemas.microsoft.com/office/drawing/2014/main" id="{4F750749-5AB7-4A3B-8346-786E2BC786FF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75" name="타원 574">
                <a:extLst>
                  <a:ext uri="{FF2B5EF4-FFF2-40B4-BE49-F238E27FC236}">
                    <a16:creationId xmlns:a16="http://schemas.microsoft.com/office/drawing/2014/main" id="{EA0CA3FA-AF17-A4DD-D8F8-7B54CABDE1B1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76" name="자유형 541">
                <a:extLst>
                  <a:ext uri="{FF2B5EF4-FFF2-40B4-BE49-F238E27FC236}">
                    <a16:creationId xmlns:a16="http://schemas.microsoft.com/office/drawing/2014/main" id="{F82761A0-F3A2-EA24-F7B8-092CDA2D84F8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77" name="현 576">
                <a:extLst>
                  <a:ext uri="{FF2B5EF4-FFF2-40B4-BE49-F238E27FC236}">
                    <a16:creationId xmlns:a16="http://schemas.microsoft.com/office/drawing/2014/main" id="{8515C181-7C60-01AF-27FF-250B6F463931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49" name="그룹 548">
              <a:extLst>
                <a:ext uri="{FF2B5EF4-FFF2-40B4-BE49-F238E27FC236}">
                  <a16:creationId xmlns:a16="http://schemas.microsoft.com/office/drawing/2014/main" id="{AAB62771-5A9C-8E7D-0872-B49F98488F59}"/>
                </a:ext>
              </a:extLst>
            </p:cNvPr>
            <p:cNvGrpSpPr/>
            <p:nvPr/>
          </p:nvGrpSpPr>
          <p:grpSpPr>
            <a:xfrm>
              <a:off x="6408998" y="1986266"/>
              <a:ext cx="348795" cy="128627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70" name="현 569">
                <a:extLst>
                  <a:ext uri="{FF2B5EF4-FFF2-40B4-BE49-F238E27FC236}">
                    <a16:creationId xmlns:a16="http://schemas.microsoft.com/office/drawing/2014/main" id="{16A87E37-9CB1-D163-3409-EBE2413B164E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71" name="타원 570">
                <a:extLst>
                  <a:ext uri="{FF2B5EF4-FFF2-40B4-BE49-F238E27FC236}">
                    <a16:creationId xmlns:a16="http://schemas.microsoft.com/office/drawing/2014/main" id="{84C1C938-C410-85F6-3F8F-A0B3E0A12E60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72" name="자유형 546">
                <a:extLst>
                  <a:ext uri="{FF2B5EF4-FFF2-40B4-BE49-F238E27FC236}">
                    <a16:creationId xmlns:a16="http://schemas.microsoft.com/office/drawing/2014/main" id="{FB5910F6-CF58-7A09-B9C3-AB70B16C742B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73" name="현 572">
                <a:extLst>
                  <a:ext uri="{FF2B5EF4-FFF2-40B4-BE49-F238E27FC236}">
                    <a16:creationId xmlns:a16="http://schemas.microsoft.com/office/drawing/2014/main" id="{64B4B5C4-235B-3745-B141-2A194921A037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50" name="그룹 549">
              <a:extLst>
                <a:ext uri="{FF2B5EF4-FFF2-40B4-BE49-F238E27FC236}">
                  <a16:creationId xmlns:a16="http://schemas.microsoft.com/office/drawing/2014/main" id="{8B6FB35B-9F44-0433-DC10-1C479D29E125}"/>
                </a:ext>
              </a:extLst>
            </p:cNvPr>
            <p:cNvGrpSpPr/>
            <p:nvPr/>
          </p:nvGrpSpPr>
          <p:grpSpPr>
            <a:xfrm>
              <a:off x="6361547" y="1584149"/>
              <a:ext cx="317086" cy="116934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66" name="현 565">
                <a:extLst>
                  <a:ext uri="{FF2B5EF4-FFF2-40B4-BE49-F238E27FC236}">
                    <a16:creationId xmlns:a16="http://schemas.microsoft.com/office/drawing/2014/main" id="{3B366910-D797-1E6B-8018-49952EF792E3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67" name="타원 566">
                <a:extLst>
                  <a:ext uri="{FF2B5EF4-FFF2-40B4-BE49-F238E27FC236}">
                    <a16:creationId xmlns:a16="http://schemas.microsoft.com/office/drawing/2014/main" id="{A372356C-B6A5-D51E-F1D5-E87908BA23C2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68" name="자유형 551">
                <a:extLst>
                  <a:ext uri="{FF2B5EF4-FFF2-40B4-BE49-F238E27FC236}">
                    <a16:creationId xmlns:a16="http://schemas.microsoft.com/office/drawing/2014/main" id="{15228E9D-97FC-30F2-5380-8C24528F8239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69" name="현 568">
                <a:extLst>
                  <a:ext uri="{FF2B5EF4-FFF2-40B4-BE49-F238E27FC236}">
                    <a16:creationId xmlns:a16="http://schemas.microsoft.com/office/drawing/2014/main" id="{28565DDD-EB35-5310-44E4-377BA7512E28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51" name="그룹 550">
              <a:extLst>
                <a:ext uri="{FF2B5EF4-FFF2-40B4-BE49-F238E27FC236}">
                  <a16:creationId xmlns:a16="http://schemas.microsoft.com/office/drawing/2014/main" id="{04DA1F38-ACE6-DA14-FE46-D8821ED1F8D1}"/>
                </a:ext>
              </a:extLst>
            </p:cNvPr>
            <p:cNvGrpSpPr/>
            <p:nvPr/>
          </p:nvGrpSpPr>
          <p:grpSpPr>
            <a:xfrm>
              <a:off x="6290588" y="1010487"/>
              <a:ext cx="262055" cy="96640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62" name="현 561">
                <a:extLst>
                  <a:ext uri="{FF2B5EF4-FFF2-40B4-BE49-F238E27FC236}">
                    <a16:creationId xmlns:a16="http://schemas.microsoft.com/office/drawing/2014/main" id="{78E8B185-6EE9-7CCA-8F7A-0A22BDC03F4C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63" name="타원 562">
                <a:extLst>
                  <a:ext uri="{FF2B5EF4-FFF2-40B4-BE49-F238E27FC236}">
                    <a16:creationId xmlns:a16="http://schemas.microsoft.com/office/drawing/2014/main" id="{964258BF-A176-2B98-A280-17D0F90EC69C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64" name="자유형 556">
                <a:extLst>
                  <a:ext uri="{FF2B5EF4-FFF2-40B4-BE49-F238E27FC236}">
                    <a16:creationId xmlns:a16="http://schemas.microsoft.com/office/drawing/2014/main" id="{A48DA154-936D-FA3D-914B-8CD171B9A4B9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65" name="현 564">
                <a:extLst>
                  <a:ext uri="{FF2B5EF4-FFF2-40B4-BE49-F238E27FC236}">
                    <a16:creationId xmlns:a16="http://schemas.microsoft.com/office/drawing/2014/main" id="{95E439CA-4163-85A9-0835-9419A9468704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52" name="그룹 551">
              <a:extLst>
                <a:ext uri="{FF2B5EF4-FFF2-40B4-BE49-F238E27FC236}">
                  <a16:creationId xmlns:a16="http://schemas.microsoft.com/office/drawing/2014/main" id="{E8962301-3677-CEC6-4592-D950F1F173AE}"/>
                </a:ext>
              </a:extLst>
            </p:cNvPr>
            <p:cNvGrpSpPr/>
            <p:nvPr/>
          </p:nvGrpSpPr>
          <p:grpSpPr>
            <a:xfrm>
              <a:off x="6017233" y="1139299"/>
              <a:ext cx="288261" cy="106304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58" name="현 557">
                <a:extLst>
                  <a:ext uri="{FF2B5EF4-FFF2-40B4-BE49-F238E27FC236}">
                    <a16:creationId xmlns:a16="http://schemas.microsoft.com/office/drawing/2014/main" id="{033BBAD4-6460-05EB-8322-B42F0F67191D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59" name="타원 558">
                <a:extLst>
                  <a:ext uri="{FF2B5EF4-FFF2-40B4-BE49-F238E27FC236}">
                    <a16:creationId xmlns:a16="http://schemas.microsoft.com/office/drawing/2014/main" id="{FAE52C6B-11CC-5E7B-29EC-8BF13BAA66F4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60" name="자유형 561">
                <a:extLst>
                  <a:ext uri="{FF2B5EF4-FFF2-40B4-BE49-F238E27FC236}">
                    <a16:creationId xmlns:a16="http://schemas.microsoft.com/office/drawing/2014/main" id="{EF73BD32-5750-AD2F-3FCD-876199B13037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61" name="현 560">
                <a:extLst>
                  <a:ext uri="{FF2B5EF4-FFF2-40B4-BE49-F238E27FC236}">
                    <a16:creationId xmlns:a16="http://schemas.microsoft.com/office/drawing/2014/main" id="{C85EA5C0-AA11-2FBA-ABCB-3201A94E5C15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grpSp>
          <p:nvGrpSpPr>
            <p:cNvPr id="553" name="그룹 552">
              <a:extLst>
                <a:ext uri="{FF2B5EF4-FFF2-40B4-BE49-F238E27FC236}">
                  <a16:creationId xmlns:a16="http://schemas.microsoft.com/office/drawing/2014/main" id="{62255725-6B20-BFBB-2BA1-52EE08381135}"/>
                </a:ext>
              </a:extLst>
            </p:cNvPr>
            <p:cNvGrpSpPr/>
            <p:nvPr/>
          </p:nvGrpSpPr>
          <p:grpSpPr>
            <a:xfrm>
              <a:off x="6588314" y="3679709"/>
              <a:ext cx="510669" cy="188323"/>
              <a:chOff x="4034199" y="2423428"/>
              <a:chExt cx="2581162" cy="786670"/>
            </a:xfrm>
            <a:effectLst>
              <a:outerShdw blurRad="63500" sx="102000" sy="102000" algn="ctr" rotWithShape="0">
                <a:srgbClr val="00FDFF">
                  <a:alpha val="41000"/>
                </a:srgbClr>
              </a:outerShdw>
            </a:effectLst>
          </p:grpSpPr>
          <p:sp>
            <p:nvSpPr>
              <p:cNvPr id="554" name="현 553">
                <a:extLst>
                  <a:ext uri="{FF2B5EF4-FFF2-40B4-BE49-F238E27FC236}">
                    <a16:creationId xmlns:a16="http://schemas.microsoft.com/office/drawing/2014/main" id="{40D94E47-AE20-183C-DEA4-9BAAAFA5CC41}"/>
                  </a:ext>
                </a:extLst>
              </p:cNvPr>
              <p:cNvSpPr/>
              <p:nvPr/>
            </p:nvSpPr>
            <p:spPr>
              <a:xfrm rot="10800000">
                <a:off x="4258910" y="2531661"/>
                <a:ext cx="2100753" cy="67843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55" name="타원 554">
                <a:extLst>
                  <a:ext uri="{FF2B5EF4-FFF2-40B4-BE49-F238E27FC236}">
                    <a16:creationId xmlns:a16="http://schemas.microsoft.com/office/drawing/2014/main" id="{FA33A9BD-AB9D-FF32-8118-1C9DB56A7376}"/>
                  </a:ext>
                </a:extLst>
              </p:cNvPr>
              <p:cNvSpPr/>
              <p:nvPr/>
            </p:nvSpPr>
            <p:spPr>
              <a:xfrm>
                <a:off x="4034199" y="2707140"/>
                <a:ext cx="2581162" cy="30216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56" name="자유형 566">
                <a:extLst>
                  <a:ext uri="{FF2B5EF4-FFF2-40B4-BE49-F238E27FC236}">
                    <a16:creationId xmlns:a16="http://schemas.microsoft.com/office/drawing/2014/main" id="{E63D2FCD-2E9E-E26F-853A-940AEDC75450}"/>
                  </a:ext>
                </a:extLst>
              </p:cNvPr>
              <p:cNvSpPr/>
              <p:nvPr/>
            </p:nvSpPr>
            <p:spPr>
              <a:xfrm rot="10800000">
                <a:off x="4258916" y="2482880"/>
                <a:ext cx="2100737" cy="467201"/>
              </a:xfrm>
              <a:custGeom>
                <a:avLst/>
                <a:gdLst>
                  <a:gd name="connsiteX0" fmla="*/ 1049822 w 2100737"/>
                  <a:gd name="connsiteY0" fmla="*/ 467201 h 467201"/>
                  <a:gd name="connsiteX1" fmla="*/ 857268 w 2100737"/>
                  <a:gd name="connsiteY1" fmla="*/ 461420 h 467201"/>
                  <a:gd name="connsiteX2" fmla="*/ 15712 w 2100737"/>
                  <a:gd name="connsiteY2" fmla="*/ 186642 h 467201"/>
                  <a:gd name="connsiteX3" fmla="*/ 1096 w 2100737"/>
                  <a:gd name="connsiteY3" fmla="*/ 130630 h 467201"/>
                  <a:gd name="connsiteX4" fmla="*/ 23 w 2100737"/>
                  <a:gd name="connsiteY4" fmla="*/ 130629 h 467201"/>
                  <a:gd name="connsiteX5" fmla="*/ 837 w 2100737"/>
                  <a:gd name="connsiteY5" fmla="*/ 129641 h 467201"/>
                  <a:gd name="connsiteX6" fmla="*/ 0 w 2100737"/>
                  <a:gd name="connsiteY6" fmla="*/ 126433 h 467201"/>
                  <a:gd name="connsiteX7" fmla="*/ 3474 w 2100737"/>
                  <a:gd name="connsiteY7" fmla="*/ 126437 h 467201"/>
                  <a:gd name="connsiteX8" fmla="*/ 20743 w 2100737"/>
                  <a:gd name="connsiteY8" fmla="*/ 105464 h 467201"/>
                  <a:gd name="connsiteX9" fmla="*/ 973529 w 2100737"/>
                  <a:gd name="connsiteY9" fmla="*/ 0 h 467201"/>
                  <a:gd name="connsiteX10" fmla="*/ 1125617 w 2100737"/>
                  <a:gd name="connsiteY10" fmla="*/ 4 h 467201"/>
                  <a:gd name="connsiteX11" fmla="*/ 2081399 w 2100737"/>
                  <a:gd name="connsiteY11" fmla="*/ 107684 h 467201"/>
                  <a:gd name="connsiteX12" fmla="*/ 2095816 w 2100737"/>
                  <a:gd name="connsiteY12" fmla="*/ 129038 h 467201"/>
                  <a:gd name="connsiteX13" fmla="*/ 2100737 w 2100737"/>
                  <a:gd name="connsiteY13" fmla="*/ 129044 h 467201"/>
                  <a:gd name="connsiteX14" fmla="*/ 2098513 w 2100737"/>
                  <a:gd name="connsiteY14" fmla="*/ 133033 h 467201"/>
                  <a:gd name="connsiteX15" fmla="*/ 2098651 w 2100737"/>
                  <a:gd name="connsiteY15" fmla="*/ 133238 h 467201"/>
                  <a:gd name="connsiteX16" fmla="*/ 2098398 w 2100737"/>
                  <a:gd name="connsiteY16" fmla="*/ 133238 h 467201"/>
                  <a:gd name="connsiteX17" fmla="*/ 2035747 w 2100737"/>
                  <a:gd name="connsiteY17" fmla="*/ 245574 h 467201"/>
                  <a:gd name="connsiteX18" fmla="*/ 1242395 w 2100737"/>
                  <a:gd name="connsiteY18" fmla="*/ 461484 h 467201"/>
                  <a:gd name="connsiteX19" fmla="*/ 1049822 w 2100737"/>
                  <a:gd name="connsiteY19" fmla="*/ 467201 h 467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737" h="467201">
                    <a:moveTo>
                      <a:pt x="1049822" y="467201"/>
                    </a:moveTo>
                    <a:cubicBezTo>
                      <a:pt x="985360" y="467190"/>
                      <a:pt x="920901" y="465263"/>
                      <a:pt x="857268" y="461420"/>
                    </a:cubicBezTo>
                    <a:cubicBezTo>
                      <a:pt x="420819" y="435059"/>
                      <a:pt x="90035" y="323825"/>
                      <a:pt x="15712" y="186642"/>
                    </a:cubicBezTo>
                    <a:lnTo>
                      <a:pt x="1096" y="130630"/>
                    </a:lnTo>
                    <a:lnTo>
                      <a:pt x="23" y="130629"/>
                    </a:lnTo>
                    <a:lnTo>
                      <a:pt x="837" y="129641"/>
                    </a:lnTo>
                    <a:lnTo>
                      <a:pt x="0" y="126433"/>
                    </a:lnTo>
                    <a:lnTo>
                      <a:pt x="3474" y="126437"/>
                    </a:lnTo>
                    <a:lnTo>
                      <a:pt x="20743" y="105464"/>
                    </a:lnTo>
                    <a:cubicBezTo>
                      <a:pt x="112234" y="48419"/>
                      <a:pt x="496255" y="4351"/>
                      <a:pt x="973529" y="0"/>
                    </a:cubicBezTo>
                    <a:lnTo>
                      <a:pt x="1125617" y="4"/>
                    </a:lnTo>
                    <a:cubicBezTo>
                      <a:pt x="1609697" y="4442"/>
                      <a:pt x="1996595" y="49688"/>
                      <a:pt x="2081399" y="107684"/>
                    </a:cubicBezTo>
                    <a:lnTo>
                      <a:pt x="2095816" y="129038"/>
                    </a:lnTo>
                    <a:lnTo>
                      <a:pt x="2100737" y="129044"/>
                    </a:lnTo>
                    <a:lnTo>
                      <a:pt x="2098513" y="133033"/>
                    </a:lnTo>
                    <a:lnTo>
                      <a:pt x="2098651" y="133238"/>
                    </a:lnTo>
                    <a:lnTo>
                      <a:pt x="2098398" y="133238"/>
                    </a:lnTo>
                    <a:lnTo>
                      <a:pt x="2035747" y="245574"/>
                    </a:lnTo>
                    <a:cubicBezTo>
                      <a:pt x="1910437" y="355012"/>
                      <a:pt x="1614622" y="439130"/>
                      <a:pt x="1242395" y="461484"/>
                    </a:cubicBezTo>
                    <a:cubicBezTo>
                      <a:pt x="1178750" y="465306"/>
                      <a:pt x="1114284" y="467212"/>
                      <a:pt x="1049822" y="46720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57" name="현 556">
                <a:extLst>
                  <a:ext uri="{FF2B5EF4-FFF2-40B4-BE49-F238E27FC236}">
                    <a16:creationId xmlns:a16="http://schemas.microsoft.com/office/drawing/2014/main" id="{7AAC1259-4BA6-0834-EDE1-476F8F0ADD82}"/>
                  </a:ext>
                </a:extLst>
              </p:cNvPr>
              <p:cNvSpPr/>
              <p:nvPr/>
            </p:nvSpPr>
            <p:spPr>
              <a:xfrm>
                <a:off x="5207476" y="2423428"/>
                <a:ext cx="234609" cy="261567"/>
              </a:xfrm>
              <a:prstGeom prst="chord">
                <a:avLst>
                  <a:gd name="adj1" fmla="val 10803475"/>
                  <a:gd name="adj2" fmla="val 5071"/>
                </a:avLst>
              </a:prstGeom>
              <a:gradFill flip="none" rotWithShape="1">
                <a:gsLst>
                  <a:gs pos="100000">
                    <a:schemeClr val="tx1">
                      <a:lumMod val="75000"/>
                      <a:lumOff val="25000"/>
                    </a:schemeClr>
                  </a:gs>
                  <a:gs pos="50000">
                    <a:schemeClr val="bg1">
                      <a:lumMod val="75000"/>
                    </a:schemeClr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</p:grpSp>
      <p:grpSp>
        <p:nvGrpSpPr>
          <p:cNvPr id="630" name="그룹 629">
            <a:extLst>
              <a:ext uri="{FF2B5EF4-FFF2-40B4-BE49-F238E27FC236}">
                <a16:creationId xmlns:a16="http://schemas.microsoft.com/office/drawing/2014/main" id="{245D1137-30E5-BACD-0D90-48696CC6D0CF}"/>
              </a:ext>
            </a:extLst>
          </p:cNvPr>
          <p:cNvGrpSpPr/>
          <p:nvPr/>
        </p:nvGrpSpPr>
        <p:grpSpPr>
          <a:xfrm>
            <a:off x="3875091" y="5073367"/>
            <a:ext cx="1729011" cy="299841"/>
            <a:chOff x="1377000" y="3509387"/>
            <a:chExt cx="2706411" cy="445143"/>
          </a:xfrm>
        </p:grpSpPr>
        <p:sp>
          <p:nvSpPr>
            <p:cNvPr id="631" name="직사각형 630">
              <a:extLst>
                <a:ext uri="{FF2B5EF4-FFF2-40B4-BE49-F238E27FC236}">
                  <a16:creationId xmlns:a16="http://schemas.microsoft.com/office/drawing/2014/main" id="{3A0C154C-39B5-4CD1-188E-89BF94AFA398}"/>
                </a:ext>
              </a:extLst>
            </p:cNvPr>
            <p:cNvSpPr/>
            <p:nvPr/>
          </p:nvSpPr>
          <p:spPr>
            <a:xfrm>
              <a:off x="1377000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32" name="직사각형 631">
              <a:extLst>
                <a:ext uri="{FF2B5EF4-FFF2-40B4-BE49-F238E27FC236}">
                  <a16:creationId xmlns:a16="http://schemas.microsoft.com/office/drawing/2014/main" id="{6793B3BC-0447-084B-EEF5-5A3ADC40FD11}"/>
                </a:ext>
              </a:extLst>
            </p:cNvPr>
            <p:cNvSpPr/>
            <p:nvPr/>
          </p:nvSpPr>
          <p:spPr>
            <a:xfrm>
              <a:off x="1919009" y="3509387"/>
              <a:ext cx="542009" cy="445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33" name="직사각형 632">
              <a:extLst>
                <a:ext uri="{FF2B5EF4-FFF2-40B4-BE49-F238E27FC236}">
                  <a16:creationId xmlns:a16="http://schemas.microsoft.com/office/drawing/2014/main" id="{A61E49E2-7F80-9686-5F62-986B40ECAE12}"/>
                </a:ext>
              </a:extLst>
            </p:cNvPr>
            <p:cNvSpPr/>
            <p:nvPr/>
          </p:nvSpPr>
          <p:spPr>
            <a:xfrm>
              <a:off x="2461018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34" name="직사각형 633">
              <a:extLst>
                <a:ext uri="{FF2B5EF4-FFF2-40B4-BE49-F238E27FC236}">
                  <a16:creationId xmlns:a16="http://schemas.microsoft.com/office/drawing/2014/main" id="{EAD9910A-A301-9FEB-5DA1-0D96A1743C80}"/>
                </a:ext>
              </a:extLst>
            </p:cNvPr>
            <p:cNvSpPr/>
            <p:nvPr/>
          </p:nvSpPr>
          <p:spPr>
            <a:xfrm>
              <a:off x="3001210" y="3509387"/>
              <a:ext cx="542009" cy="445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35" name="직사각형 634">
              <a:extLst>
                <a:ext uri="{FF2B5EF4-FFF2-40B4-BE49-F238E27FC236}">
                  <a16:creationId xmlns:a16="http://schemas.microsoft.com/office/drawing/2014/main" id="{56495CF5-A6C2-81D9-C157-2503E1684CB8}"/>
                </a:ext>
              </a:extLst>
            </p:cNvPr>
            <p:cNvSpPr/>
            <p:nvPr/>
          </p:nvSpPr>
          <p:spPr>
            <a:xfrm>
              <a:off x="3541402" y="3509387"/>
              <a:ext cx="542009" cy="4451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642" name="현 641">
            <a:extLst>
              <a:ext uri="{FF2B5EF4-FFF2-40B4-BE49-F238E27FC236}">
                <a16:creationId xmlns:a16="http://schemas.microsoft.com/office/drawing/2014/main" id="{1F03BBF0-C297-2D33-19A9-4D9F51398413}"/>
              </a:ext>
            </a:extLst>
          </p:cNvPr>
          <p:cNvSpPr/>
          <p:nvPr/>
        </p:nvSpPr>
        <p:spPr>
          <a:xfrm rot="17494114">
            <a:off x="6881385" y="1831412"/>
            <a:ext cx="1259856" cy="1318761"/>
          </a:xfrm>
          <a:prstGeom prst="chord">
            <a:avLst>
              <a:gd name="adj1" fmla="val 2807435"/>
              <a:gd name="adj2" fmla="val 16200000"/>
            </a:avLst>
          </a:prstGeom>
          <a:gradFill flip="none" rotWithShape="1">
            <a:gsLst>
              <a:gs pos="100000">
                <a:schemeClr val="tx1">
                  <a:lumMod val="75000"/>
                  <a:lumOff val="25000"/>
                </a:schemeClr>
              </a:gs>
              <a:gs pos="35000">
                <a:schemeClr val="bg1">
                  <a:lumMod val="75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643" name="그룹 642">
            <a:extLst>
              <a:ext uri="{FF2B5EF4-FFF2-40B4-BE49-F238E27FC236}">
                <a16:creationId xmlns:a16="http://schemas.microsoft.com/office/drawing/2014/main" id="{521D65DD-CBA7-A554-7E11-0B2E29234B05}"/>
              </a:ext>
            </a:extLst>
          </p:cNvPr>
          <p:cNvGrpSpPr/>
          <p:nvPr/>
        </p:nvGrpSpPr>
        <p:grpSpPr>
          <a:xfrm>
            <a:off x="6959150" y="2744221"/>
            <a:ext cx="1172944" cy="432556"/>
            <a:chOff x="4034199" y="2423428"/>
            <a:chExt cx="2581162" cy="786670"/>
          </a:xfrm>
          <a:effectLst>
            <a:outerShdw blurRad="63500" sx="102000" sy="102000" algn="ctr" rotWithShape="0">
              <a:srgbClr val="00FDFF">
                <a:alpha val="41000"/>
              </a:srgbClr>
            </a:outerShdw>
          </a:effectLst>
        </p:grpSpPr>
        <p:sp>
          <p:nvSpPr>
            <p:cNvPr id="644" name="현 643">
              <a:extLst>
                <a:ext uri="{FF2B5EF4-FFF2-40B4-BE49-F238E27FC236}">
                  <a16:creationId xmlns:a16="http://schemas.microsoft.com/office/drawing/2014/main" id="{E500CF3C-0A18-F50F-20C5-E1B9BDB00FFC}"/>
                </a:ext>
              </a:extLst>
            </p:cNvPr>
            <p:cNvSpPr/>
            <p:nvPr/>
          </p:nvSpPr>
          <p:spPr>
            <a:xfrm rot="10800000">
              <a:off x="4258910" y="2531661"/>
              <a:ext cx="2100753" cy="67843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45" name="타원 644">
              <a:extLst>
                <a:ext uri="{FF2B5EF4-FFF2-40B4-BE49-F238E27FC236}">
                  <a16:creationId xmlns:a16="http://schemas.microsoft.com/office/drawing/2014/main" id="{47ABC060-4BEA-46C8-17A6-F40B2A5CC9D6}"/>
                </a:ext>
              </a:extLst>
            </p:cNvPr>
            <p:cNvSpPr/>
            <p:nvPr/>
          </p:nvSpPr>
          <p:spPr>
            <a:xfrm>
              <a:off x="4034199" y="2707140"/>
              <a:ext cx="2581162" cy="30216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46" name="자유형 526">
              <a:extLst>
                <a:ext uri="{FF2B5EF4-FFF2-40B4-BE49-F238E27FC236}">
                  <a16:creationId xmlns:a16="http://schemas.microsoft.com/office/drawing/2014/main" id="{E7822BF6-D41C-6D65-DCD1-F01A5CECE597}"/>
                </a:ext>
              </a:extLst>
            </p:cNvPr>
            <p:cNvSpPr/>
            <p:nvPr/>
          </p:nvSpPr>
          <p:spPr>
            <a:xfrm rot="10800000">
              <a:off x="4258916" y="2482880"/>
              <a:ext cx="2100737" cy="467201"/>
            </a:xfrm>
            <a:custGeom>
              <a:avLst/>
              <a:gdLst>
                <a:gd name="connsiteX0" fmla="*/ 1049822 w 2100737"/>
                <a:gd name="connsiteY0" fmla="*/ 467201 h 467201"/>
                <a:gd name="connsiteX1" fmla="*/ 857268 w 2100737"/>
                <a:gd name="connsiteY1" fmla="*/ 461420 h 467201"/>
                <a:gd name="connsiteX2" fmla="*/ 15712 w 2100737"/>
                <a:gd name="connsiteY2" fmla="*/ 186642 h 467201"/>
                <a:gd name="connsiteX3" fmla="*/ 1096 w 2100737"/>
                <a:gd name="connsiteY3" fmla="*/ 130630 h 467201"/>
                <a:gd name="connsiteX4" fmla="*/ 23 w 2100737"/>
                <a:gd name="connsiteY4" fmla="*/ 130629 h 467201"/>
                <a:gd name="connsiteX5" fmla="*/ 837 w 2100737"/>
                <a:gd name="connsiteY5" fmla="*/ 129641 h 467201"/>
                <a:gd name="connsiteX6" fmla="*/ 0 w 2100737"/>
                <a:gd name="connsiteY6" fmla="*/ 126433 h 467201"/>
                <a:gd name="connsiteX7" fmla="*/ 3474 w 2100737"/>
                <a:gd name="connsiteY7" fmla="*/ 126437 h 467201"/>
                <a:gd name="connsiteX8" fmla="*/ 20743 w 2100737"/>
                <a:gd name="connsiteY8" fmla="*/ 105464 h 467201"/>
                <a:gd name="connsiteX9" fmla="*/ 973529 w 2100737"/>
                <a:gd name="connsiteY9" fmla="*/ 0 h 467201"/>
                <a:gd name="connsiteX10" fmla="*/ 1125617 w 2100737"/>
                <a:gd name="connsiteY10" fmla="*/ 4 h 467201"/>
                <a:gd name="connsiteX11" fmla="*/ 2081399 w 2100737"/>
                <a:gd name="connsiteY11" fmla="*/ 107684 h 467201"/>
                <a:gd name="connsiteX12" fmla="*/ 2095816 w 2100737"/>
                <a:gd name="connsiteY12" fmla="*/ 129038 h 467201"/>
                <a:gd name="connsiteX13" fmla="*/ 2100737 w 2100737"/>
                <a:gd name="connsiteY13" fmla="*/ 129044 h 467201"/>
                <a:gd name="connsiteX14" fmla="*/ 2098513 w 2100737"/>
                <a:gd name="connsiteY14" fmla="*/ 133033 h 467201"/>
                <a:gd name="connsiteX15" fmla="*/ 2098651 w 2100737"/>
                <a:gd name="connsiteY15" fmla="*/ 133238 h 467201"/>
                <a:gd name="connsiteX16" fmla="*/ 2098398 w 2100737"/>
                <a:gd name="connsiteY16" fmla="*/ 133238 h 467201"/>
                <a:gd name="connsiteX17" fmla="*/ 2035747 w 2100737"/>
                <a:gd name="connsiteY17" fmla="*/ 245574 h 467201"/>
                <a:gd name="connsiteX18" fmla="*/ 1242395 w 2100737"/>
                <a:gd name="connsiteY18" fmla="*/ 461484 h 467201"/>
                <a:gd name="connsiteX19" fmla="*/ 1049822 w 2100737"/>
                <a:gd name="connsiteY19" fmla="*/ 467201 h 46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0737" h="467201">
                  <a:moveTo>
                    <a:pt x="1049822" y="467201"/>
                  </a:moveTo>
                  <a:cubicBezTo>
                    <a:pt x="985360" y="467190"/>
                    <a:pt x="920901" y="465263"/>
                    <a:pt x="857268" y="461420"/>
                  </a:cubicBezTo>
                  <a:cubicBezTo>
                    <a:pt x="420819" y="435059"/>
                    <a:pt x="90035" y="323825"/>
                    <a:pt x="15712" y="186642"/>
                  </a:cubicBezTo>
                  <a:lnTo>
                    <a:pt x="1096" y="130630"/>
                  </a:lnTo>
                  <a:lnTo>
                    <a:pt x="23" y="130629"/>
                  </a:lnTo>
                  <a:lnTo>
                    <a:pt x="837" y="129641"/>
                  </a:lnTo>
                  <a:lnTo>
                    <a:pt x="0" y="126433"/>
                  </a:lnTo>
                  <a:lnTo>
                    <a:pt x="3474" y="126437"/>
                  </a:lnTo>
                  <a:lnTo>
                    <a:pt x="20743" y="105464"/>
                  </a:lnTo>
                  <a:cubicBezTo>
                    <a:pt x="112234" y="48419"/>
                    <a:pt x="496255" y="4351"/>
                    <a:pt x="973529" y="0"/>
                  </a:cubicBezTo>
                  <a:lnTo>
                    <a:pt x="1125617" y="4"/>
                  </a:lnTo>
                  <a:cubicBezTo>
                    <a:pt x="1609697" y="4442"/>
                    <a:pt x="1996595" y="49688"/>
                    <a:pt x="2081399" y="107684"/>
                  </a:cubicBezTo>
                  <a:lnTo>
                    <a:pt x="2095816" y="129038"/>
                  </a:lnTo>
                  <a:lnTo>
                    <a:pt x="2100737" y="129044"/>
                  </a:lnTo>
                  <a:lnTo>
                    <a:pt x="2098513" y="133033"/>
                  </a:lnTo>
                  <a:lnTo>
                    <a:pt x="2098651" y="133238"/>
                  </a:lnTo>
                  <a:lnTo>
                    <a:pt x="2098398" y="133238"/>
                  </a:lnTo>
                  <a:lnTo>
                    <a:pt x="2035747" y="245574"/>
                  </a:lnTo>
                  <a:cubicBezTo>
                    <a:pt x="1910437" y="355012"/>
                    <a:pt x="1614622" y="439130"/>
                    <a:pt x="1242395" y="461484"/>
                  </a:cubicBezTo>
                  <a:cubicBezTo>
                    <a:pt x="1178750" y="465306"/>
                    <a:pt x="1114284" y="467212"/>
                    <a:pt x="1049822" y="46720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47" name="현 646">
              <a:extLst>
                <a:ext uri="{FF2B5EF4-FFF2-40B4-BE49-F238E27FC236}">
                  <a16:creationId xmlns:a16="http://schemas.microsoft.com/office/drawing/2014/main" id="{F49A0B7C-E7E0-B967-A205-5F114937BFC7}"/>
                </a:ext>
              </a:extLst>
            </p:cNvPr>
            <p:cNvSpPr/>
            <p:nvPr/>
          </p:nvSpPr>
          <p:spPr>
            <a:xfrm>
              <a:off x="5207476" y="2423428"/>
              <a:ext cx="234609" cy="261567"/>
            </a:xfrm>
            <a:prstGeom prst="chord">
              <a:avLst>
                <a:gd name="adj1" fmla="val 10803475"/>
                <a:gd name="adj2" fmla="val 5071"/>
              </a:avLst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67095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BDA12F-6534-8A13-B2B2-216CE5F1A5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3992EB69-BE2F-60D5-8CBD-5A505A34B8C5}"/>
              </a:ext>
            </a:extLst>
          </p:cNvPr>
          <p:cNvGrpSpPr/>
          <p:nvPr/>
        </p:nvGrpSpPr>
        <p:grpSpPr>
          <a:xfrm>
            <a:off x="669984" y="1556592"/>
            <a:ext cx="271667" cy="425714"/>
            <a:chOff x="669984" y="1556592"/>
            <a:chExt cx="271667" cy="425714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309B727B-EF7D-83DD-7E5F-D6F09C47285D}"/>
                </a:ext>
              </a:extLst>
            </p:cNvPr>
            <p:cNvSpPr/>
            <p:nvPr/>
          </p:nvSpPr>
          <p:spPr>
            <a:xfrm>
              <a:off x="669984" y="1556592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C00000"/>
                </a:gs>
                <a:gs pos="0">
                  <a:srgbClr val="FF4343"/>
                </a:gs>
                <a:gs pos="27000">
                  <a:srgbClr val="FF5C4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76B6F6-2BB5-A51F-0D54-55355BBCD026}"/>
                </a:ext>
              </a:extLst>
            </p:cNvPr>
            <p:cNvSpPr txBox="1"/>
            <p:nvPr/>
          </p:nvSpPr>
          <p:spPr>
            <a:xfrm>
              <a:off x="716049" y="1874584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태양</a:t>
              </a:r>
              <a:endParaRPr kumimoji="1" lang="ko-Kore-KR" altLang="en-US" sz="700" dirty="0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7E58CB95-E991-230B-7CE9-B39B60760AD2}"/>
              </a:ext>
            </a:extLst>
          </p:cNvPr>
          <p:cNvGrpSpPr/>
          <p:nvPr/>
        </p:nvGrpSpPr>
        <p:grpSpPr>
          <a:xfrm>
            <a:off x="669984" y="2347167"/>
            <a:ext cx="271667" cy="442908"/>
            <a:chOff x="669984" y="2347167"/>
            <a:chExt cx="271667" cy="442908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3753F19E-1493-5352-9F3C-13FB28356412}"/>
                </a:ext>
              </a:extLst>
            </p:cNvPr>
            <p:cNvSpPr/>
            <p:nvPr/>
          </p:nvSpPr>
          <p:spPr>
            <a:xfrm>
              <a:off x="669984" y="2347167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49FA0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EE8201-4DD7-A4FD-B929-BDA5E33C9A9F}"/>
                </a:ext>
              </a:extLst>
            </p:cNvPr>
            <p:cNvSpPr txBox="1"/>
            <p:nvPr/>
          </p:nvSpPr>
          <p:spPr>
            <a:xfrm>
              <a:off x="716049" y="2682353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지구</a:t>
              </a:r>
              <a:endParaRPr kumimoji="1" lang="ko-Kore-KR" altLang="en-US" sz="700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1CFA431-C87F-37FC-77E3-4CBFD1EE9659}"/>
              </a:ext>
            </a:extLst>
          </p:cNvPr>
          <p:cNvGrpSpPr/>
          <p:nvPr/>
        </p:nvGrpSpPr>
        <p:grpSpPr>
          <a:xfrm>
            <a:off x="1305450" y="2390224"/>
            <a:ext cx="185552" cy="399851"/>
            <a:chOff x="1305450" y="2390224"/>
            <a:chExt cx="185552" cy="399851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C414754-6ACA-FA6D-AC0A-5BA3D34629A5}"/>
                </a:ext>
              </a:extLst>
            </p:cNvPr>
            <p:cNvSpPr/>
            <p:nvPr/>
          </p:nvSpPr>
          <p:spPr>
            <a:xfrm>
              <a:off x="1305450" y="2390224"/>
              <a:ext cx="185552" cy="185552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BD51F1-4F4A-7784-2DE8-309E3BB5CC44}"/>
                </a:ext>
              </a:extLst>
            </p:cNvPr>
            <p:cNvSpPr txBox="1"/>
            <p:nvPr/>
          </p:nvSpPr>
          <p:spPr>
            <a:xfrm>
              <a:off x="1353342" y="2682353"/>
              <a:ext cx="89768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달</a:t>
              </a:r>
              <a:endParaRPr kumimoji="1" lang="ko-Kore-KR" altLang="en-US" sz="7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775CFA6-E1EC-E1A4-60C1-5C9CFC0551EE}"/>
              </a:ext>
            </a:extLst>
          </p:cNvPr>
          <p:cNvGrpSpPr/>
          <p:nvPr/>
        </p:nvGrpSpPr>
        <p:grpSpPr>
          <a:xfrm>
            <a:off x="5445169" y="1280159"/>
            <a:ext cx="650831" cy="552866"/>
            <a:chOff x="5280948" y="3983359"/>
            <a:chExt cx="2246847" cy="190864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277622F-E874-3378-853D-9F7A46956A3D}"/>
                </a:ext>
              </a:extLst>
            </p:cNvPr>
            <p:cNvGrpSpPr/>
            <p:nvPr/>
          </p:nvGrpSpPr>
          <p:grpSpPr>
            <a:xfrm>
              <a:off x="5280948" y="3983359"/>
              <a:ext cx="2246847" cy="1908644"/>
              <a:chOff x="5280948" y="3983359"/>
              <a:chExt cx="2246847" cy="1908644"/>
            </a:xfrm>
          </p:grpSpPr>
          <p:sp>
            <p:nvSpPr>
              <p:cNvPr id="16" name="모서리가 둥근 직사각형 15">
                <a:extLst>
                  <a:ext uri="{FF2B5EF4-FFF2-40B4-BE49-F238E27FC236}">
                    <a16:creationId xmlns:a16="http://schemas.microsoft.com/office/drawing/2014/main" id="{AC4E402B-0D12-406B-D56D-06598AAF8DB4}"/>
                  </a:ext>
                </a:extLst>
              </p:cNvPr>
              <p:cNvSpPr/>
              <p:nvPr/>
            </p:nvSpPr>
            <p:spPr>
              <a:xfrm rot="4001709">
                <a:off x="5712584" y="4325306"/>
                <a:ext cx="720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7" name="모서리가 둥근 직사각형 16">
                <a:extLst>
                  <a:ext uri="{FF2B5EF4-FFF2-40B4-BE49-F238E27FC236}">
                    <a16:creationId xmlns:a16="http://schemas.microsoft.com/office/drawing/2014/main" id="{C70BDCDF-700D-7451-8829-80FC3F1483F5}"/>
                  </a:ext>
                </a:extLst>
              </p:cNvPr>
              <p:cNvSpPr/>
              <p:nvPr/>
            </p:nvSpPr>
            <p:spPr>
              <a:xfrm>
                <a:off x="6190420" y="4644087"/>
                <a:ext cx="720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8" name="모서리가 둥근 직사각형 17">
                <a:extLst>
                  <a:ext uri="{FF2B5EF4-FFF2-40B4-BE49-F238E27FC236}">
                    <a16:creationId xmlns:a16="http://schemas.microsoft.com/office/drawing/2014/main" id="{6517A9D5-093E-08EE-F932-7A98C5F27782}"/>
                  </a:ext>
                </a:extLst>
              </p:cNvPr>
              <p:cNvSpPr/>
              <p:nvPr/>
            </p:nvSpPr>
            <p:spPr>
              <a:xfrm rot="19170360">
                <a:off x="6807795" y="4415993"/>
                <a:ext cx="720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9" name="모서리가 둥근 직사각형 18">
                <a:extLst>
                  <a:ext uri="{FF2B5EF4-FFF2-40B4-BE49-F238E27FC236}">
                    <a16:creationId xmlns:a16="http://schemas.microsoft.com/office/drawing/2014/main" id="{7B7B6E66-0A6E-DCFC-5A51-331B85C8A267}"/>
                  </a:ext>
                </a:extLst>
              </p:cNvPr>
              <p:cNvSpPr/>
              <p:nvPr/>
            </p:nvSpPr>
            <p:spPr>
              <a:xfrm rot="3528441">
                <a:off x="6712487" y="4945322"/>
                <a:ext cx="720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0" name="모서리가 둥근 직사각형 19">
                <a:extLst>
                  <a:ext uri="{FF2B5EF4-FFF2-40B4-BE49-F238E27FC236}">
                    <a16:creationId xmlns:a16="http://schemas.microsoft.com/office/drawing/2014/main" id="{8845FC2F-001D-7FE2-07AE-9527A8C95321}"/>
                  </a:ext>
                </a:extLst>
              </p:cNvPr>
              <p:cNvSpPr/>
              <p:nvPr/>
            </p:nvSpPr>
            <p:spPr>
              <a:xfrm rot="18467119">
                <a:off x="6682329" y="5513950"/>
                <a:ext cx="720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1" name="모서리가 둥근 직사각형 20">
                <a:extLst>
                  <a:ext uri="{FF2B5EF4-FFF2-40B4-BE49-F238E27FC236}">
                    <a16:creationId xmlns:a16="http://schemas.microsoft.com/office/drawing/2014/main" id="{650967A4-4FCC-F732-F8F1-02FDD898C3C5}"/>
                  </a:ext>
                </a:extLst>
              </p:cNvPr>
              <p:cNvSpPr/>
              <p:nvPr/>
            </p:nvSpPr>
            <p:spPr>
              <a:xfrm rot="19170360">
                <a:off x="5576104" y="4542015"/>
                <a:ext cx="576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30ED7C31-5EE2-C72D-985B-18E3E6D0C4B4}"/>
                  </a:ext>
                </a:extLst>
              </p:cNvPr>
              <p:cNvSpPr/>
              <p:nvPr/>
            </p:nvSpPr>
            <p:spPr>
              <a:xfrm rot="1489671">
                <a:off x="5280948" y="4643238"/>
                <a:ext cx="396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모서리가 둥근 직사각형 22">
                <a:extLst>
                  <a:ext uri="{FF2B5EF4-FFF2-40B4-BE49-F238E27FC236}">
                    <a16:creationId xmlns:a16="http://schemas.microsoft.com/office/drawing/2014/main" id="{E5681DBD-103D-59DE-F413-B55C83DF44C7}"/>
                  </a:ext>
                </a:extLst>
              </p:cNvPr>
              <p:cNvSpPr/>
              <p:nvPr/>
            </p:nvSpPr>
            <p:spPr>
              <a:xfrm rot="3465335">
                <a:off x="5532953" y="4928654"/>
                <a:ext cx="504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4" name="모서리가 둥근 직사각형 23">
                <a:extLst>
                  <a:ext uri="{FF2B5EF4-FFF2-40B4-BE49-F238E27FC236}">
                    <a16:creationId xmlns:a16="http://schemas.microsoft.com/office/drawing/2014/main" id="{0D1A501D-6527-AED4-805F-DADD7C7F86E2}"/>
                  </a:ext>
                </a:extLst>
              </p:cNvPr>
              <p:cNvSpPr/>
              <p:nvPr/>
            </p:nvSpPr>
            <p:spPr>
              <a:xfrm rot="19170360">
                <a:off x="5719572" y="5194574"/>
                <a:ext cx="216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BE5258ED-633C-4F50-C95F-24824106EAF6}"/>
                </a:ext>
              </a:extLst>
            </p:cNvPr>
            <p:cNvSpPr/>
            <p:nvPr/>
          </p:nvSpPr>
          <p:spPr>
            <a:xfrm>
              <a:off x="5757219" y="5011911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rgbClr val="C00000"/>
                </a:gs>
                <a:gs pos="16000">
                  <a:srgbClr val="FF0000"/>
                </a:gs>
                <a:gs pos="100000">
                  <a:srgbClr val="FF5C4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68DECE6-8442-9961-01B1-9B8E64B2D6F0}"/>
                </a:ext>
              </a:extLst>
            </p:cNvPr>
            <p:cNvSpPr/>
            <p:nvPr/>
          </p:nvSpPr>
          <p:spPr>
            <a:xfrm>
              <a:off x="5543739" y="462302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62B73BF-A39F-3176-A3F2-FA0D02678D60}"/>
                </a:ext>
              </a:extLst>
            </p:cNvPr>
            <p:cNvSpPr/>
            <p:nvPr/>
          </p:nvSpPr>
          <p:spPr>
            <a:xfrm>
              <a:off x="5959951" y="426175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rgbClr val="C00000"/>
                </a:gs>
                <a:gs pos="16000">
                  <a:srgbClr val="FF0000"/>
                </a:gs>
                <a:gs pos="100000">
                  <a:srgbClr val="FF5C4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149EE45-2CCA-5446-8BC2-4FAABEC95C4A}"/>
                </a:ext>
              </a:extLst>
            </p:cNvPr>
            <p:cNvSpPr/>
            <p:nvPr/>
          </p:nvSpPr>
          <p:spPr>
            <a:xfrm>
              <a:off x="6776442" y="4567933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rgbClr val="630064"/>
                </a:gs>
                <a:gs pos="16000">
                  <a:srgbClr val="FF18E3"/>
                </a:gs>
                <a:gs pos="100000">
                  <a:srgbClr val="FBADFC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F219CA0-528E-2333-51BD-7CE000A3D9CC}"/>
                </a:ext>
              </a:extLst>
            </p:cNvPr>
            <p:cNvSpPr/>
            <p:nvPr/>
          </p:nvSpPr>
          <p:spPr>
            <a:xfrm>
              <a:off x="7123341" y="5150158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7717164-90F3-EEB4-B110-57395BB643D3}"/>
              </a:ext>
            </a:extLst>
          </p:cNvPr>
          <p:cNvGrpSpPr/>
          <p:nvPr/>
        </p:nvGrpSpPr>
        <p:grpSpPr>
          <a:xfrm>
            <a:off x="1811302" y="3145692"/>
            <a:ext cx="271667" cy="442908"/>
            <a:chOff x="1641138" y="3967499"/>
            <a:chExt cx="271667" cy="442908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6F21A2B6-9832-15A8-7C28-488158F1C580}"/>
                </a:ext>
              </a:extLst>
            </p:cNvPr>
            <p:cNvSpPr/>
            <p:nvPr/>
          </p:nvSpPr>
          <p:spPr>
            <a:xfrm>
              <a:off x="1641138" y="3967499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C00000"/>
                </a:gs>
                <a:gs pos="50000">
                  <a:schemeClr val="accent4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5248000-8D99-FAA1-E17A-A7DC36CE6550}"/>
                </a:ext>
              </a:extLst>
            </p:cNvPr>
            <p:cNvSpPr txBox="1"/>
            <p:nvPr/>
          </p:nvSpPr>
          <p:spPr>
            <a:xfrm>
              <a:off x="1687203" y="4302685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화성</a:t>
              </a:r>
              <a:endParaRPr kumimoji="1" lang="ko-Kore-KR" altLang="en-US" sz="700" dirty="0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E7523FC-4114-D146-BCBD-E09FA3945BFB}"/>
              </a:ext>
            </a:extLst>
          </p:cNvPr>
          <p:cNvGrpSpPr/>
          <p:nvPr/>
        </p:nvGrpSpPr>
        <p:grpSpPr>
          <a:xfrm>
            <a:off x="669984" y="3145692"/>
            <a:ext cx="271667" cy="442908"/>
            <a:chOff x="669984" y="3967499"/>
            <a:chExt cx="271667" cy="44290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4E39724A-7D08-A792-4D13-D6E48B9BFECB}"/>
                </a:ext>
              </a:extLst>
            </p:cNvPr>
            <p:cNvSpPr/>
            <p:nvPr/>
          </p:nvSpPr>
          <p:spPr>
            <a:xfrm>
              <a:off x="669984" y="3967499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0B0F0"/>
                </a:gs>
                <a:gs pos="0">
                  <a:srgbClr val="0B4FF6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D9306B-6C77-571B-7C53-727C34EDFF30}"/>
                </a:ext>
              </a:extLst>
            </p:cNvPr>
            <p:cNvSpPr txBox="1"/>
            <p:nvPr/>
          </p:nvSpPr>
          <p:spPr>
            <a:xfrm>
              <a:off x="716049" y="4302685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수성</a:t>
              </a:r>
              <a:endParaRPr kumimoji="1" lang="ko-Kore-KR" altLang="en-US" sz="700" dirty="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D71B0C2-02B5-A14F-D53B-2892504C5D8A}"/>
              </a:ext>
            </a:extLst>
          </p:cNvPr>
          <p:cNvGrpSpPr/>
          <p:nvPr/>
        </p:nvGrpSpPr>
        <p:grpSpPr>
          <a:xfrm>
            <a:off x="2381961" y="3145692"/>
            <a:ext cx="271667" cy="442908"/>
            <a:chOff x="2054706" y="3967499"/>
            <a:chExt cx="271667" cy="44290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F84C2FF-DFD2-672A-8343-DB31732112DA}"/>
                </a:ext>
              </a:extLst>
            </p:cNvPr>
            <p:cNvSpPr/>
            <p:nvPr/>
          </p:nvSpPr>
          <p:spPr>
            <a:xfrm>
              <a:off x="2054706" y="3967499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chemeClr val="accent2">
                    <a:lumMod val="50000"/>
                  </a:schemeClr>
                </a:gs>
                <a:gs pos="75000">
                  <a:schemeClr val="accent2">
                    <a:lumMod val="60000"/>
                    <a:lumOff val="40000"/>
                  </a:schemeClr>
                </a:gs>
                <a:gs pos="49000">
                  <a:schemeClr val="accent4">
                    <a:lumMod val="50000"/>
                  </a:schemeClr>
                </a:gs>
                <a:gs pos="27000">
                  <a:schemeClr val="accent4">
                    <a:lumMod val="40000"/>
                    <a:lumOff val="60000"/>
                  </a:schemeClr>
                </a:gs>
                <a:gs pos="0">
                  <a:schemeClr val="accent4">
                    <a:lumMod val="7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B3CCD6F-C4F6-2FD7-49DB-0E888E733881}"/>
                </a:ext>
              </a:extLst>
            </p:cNvPr>
            <p:cNvSpPr txBox="1"/>
            <p:nvPr/>
          </p:nvSpPr>
          <p:spPr>
            <a:xfrm>
              <a:off x="2100771" y="4302685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목성</a:t>
              </a:r>
              <a:endParaRPr kumimoji="1" lang="ko-Kore-KR" altLang="en-US" sz="700" dirty="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00E5FD0-E58F-2BE4-497A-6A620B19FC78}"/>
              </a:ext>
            </a:extLst>
          </p:cNvPr>
          <p:cNvGrpSpPr/>
          <p:nvPr/>
        </p:nvGrpSpPr>
        <p:grpSpPr>
          <a:xfrm>
            <a:off x="1240643" y="3145692"/>
            <a:ext cx="271667" cy="442908"/>
            <a:chOff x="1183867" y="3967499"/>
            <a:chExt cx="271667" cy="442908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F9DBCAE-DDD6-A1D8-6EE2-F200234A2C93}"/>
                </a:ext>
              </a:extLst>
            </p:cNvPr>
            <p:cNvSpPr/>
            <p:nvPr/>
          </p:nvSpPr>
          <p:spPr>
            <a:xfrm>
              <a:off x="1183867" y="3967499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chemeClr val="accent4">
                    <a:lumMod val="50000"/>
                  </a:schemeClr>
                </a:gs>
                <a:gs pos="50000">
                  <a:schemeClr val="accent4">
                    <a:lumMod val="60000"/>
                    <a:lumOff val="40000"/>
                  </a:schemeClr>
                </a:gs>
                <a:gs pos="0">
                  <a:schemeClr val="accent4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9D9A40B-000B-6FB3-8A28-83817E76430C}"/>
                </a:ext>
              </a:extLst>
            </p:cNvPr>
            <p:cNvSpPr txBox="1"/>
            <p:nvPr/>
          </p:nvSpPr>
          <p:spPr>
            <a:xfrm>
              <a:off x="1229932" y="4302685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금성</a:t>
              </a:r>
              <a:endParaRPr kumimoji="1" lang="ko-Kore-KR" altLang="en-US" sz="700" dirty="0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756E4B03-BB07-4AC4-0B25-F32388B9E2F0}"/>
              </a:ext>
            </a:extLst>
          </p:cNvPr>
          <p:cNvGrpSpPr/>
          <p:nvPr/>
        </p:nvGrpSpPr>
        <p:grpSpPr>
          <a:xfrm>
            <a:off x="3523279" y="3145692"/>
            <a:ext cx="271667" cy="442908"/>
            <a:chOff x="2941366" y="3967499"/>
            <a:chExt cx="271667" cy="442908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7D0CFE3B-F109-1C13-C9C3-81B3E676A3EA}"/>
                </a:ext>
              </a:extLst>
            </p:cNvPr>
            <p:cNvSpPr/>
            <p:nvPr/>
          </p:nvSpPr>
          <p:spPr>
            <a:xfrm>
              <a:off x="2941366" y="3967499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chemeClr val="tx2">
                    <a:lumMod val="75000"/>
                  </a:schemeClr>
                </a:gs>
                <a:gs pos="49000">
                  <a:srgbClr val="A1B0C3"/>
                </a:gs>
                <a:gs pos="0">
                  <a:schemeClr val="tx2">
                    <a:lumMod val="60000"/>
                    <a:lumOff val="4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63DC0D7-AE00-718B-D16E-D90CC490AD80}"/>
                </a:ext>
              </a:extLst>
            </p:cNvPr>
            <p:cNvSpPr txBox="1"/>
            <p:nvPr/>
          </p:nvSpPr>
          <p:spPr>
            <a:xfrm>
              <a:off x="2942546" y="4302685"/>
              <a:ext cx="269306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천왕성</a:t>
              </a:r>
              <a:endParaRPr kumimoji="1" lang="ko-Kore-KR" altLang="en-US" sz="70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163F81F-3997-88DC-0B88-9A1009C6C1CE}"/>
              </a:ext>
            </a:extLst>
          </p:cNvPr>
          <p:cNvGrpSpPr/>
          <p:nvPr/>
        </p:nvGrpSpPr>
        <p:grpSpPr>
          <a:xfrm>
            <a:off x="4093938" y="3145692"/>
            <a:ext cx="271667" cy="442908"/>
            <a:chOff x="3393362" y="3967499"/>
            <a:chExt cx="271667" cy="442908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B050888A-F362-61C1-5FFC-7F06E488C8AD}"/>
                </a:ext>
              </a:extLst>
            </p:cNvPr>
            <p:cNvSpPr/>
            <p:nvPr/>
          </p:nvSpPr>
          <p:spPr>
            <a:xfrm>
              <a:off x="3393362" y="3967499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002060"/>
                </a:gs>
                <a:gs pos="50000">
                  <a:srgbClr val="0D87F5"/>
                </a:gs>
                <a:gs pos="0">
                  <a:schemeClr val="accent5">
                    <a:lumMod val="20000"/>
                    <a:lumOff val="8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DBEB80E-0F8B-2D02-8951-218658C72791}"/>
                </a:ext>
              </a:extLst>
            </p:cNvPr>
            <p:cNvSpPr txBox="1"/>
            <p:nvPr/>
          </p:nvSpPr>
          <p:spPr>
            <a:xfrm>
              <a:off x="3394542" y="4302685"/>
              <a:ext cx="269306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해왕성</a:t>
              </a:r>
              <a:endParaRPr kumimoji="1" lang="ko-Kore-KR" altLang="en-US" sz="700" dirty="0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46EABD9-CBF9-86A6-3219-0741E5F1A0A1}"/>
              </a:ext>
            </a:extLst>
          </p:cNvPr>
          <p:cNvGrpSpPr/>
          <p:nvPr/>
        </p:nvGrpSpPr>
        <p:grpSpPr>
          <a:xfrm>
            <a:off x="4664599" y="3145692"/>
            <a:ext cx="271667" cy="442908"/>
            <a:chOff x="3750455" y="3967499"/>
            <a:chExt cx="271667" cy="442908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67FA57C-DE2A-6E02-BC65-155080C4099E}"/>
                </a:ext>
              </a:extLst>
            </p:cNvPr>
            <p:cNvSpPr/>
            <p:nvPr/>
          </p:nvSpPr>
          <p:spPr>
            <a:xfrm>
              <a:off x="3750455" y="3967499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rgbClr val="2E002E"/>
                </a:gs>
                <a:gs pos="50000">
                  <a:srgbClr val="7030A0"/>
                </a:gs>
                <a:gs pos="0">
                  <a:srgbClr val="CCCCFF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38445F8-EC71-A89E-FEAE-0C8F2D7B8B76}"/>
                </a:ext>
              </a:extLst>
            </p:cNvPr>
            <p:cNvSpPr txBox="1"/>
            <p:nvPr/>
          </p:nvSpPr>
          <p:spPr>
            <a:xfrm>
              <a:off x="3751635" y="4302685"/>
              <a:ext cx="269306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명왕성</a:t>
              </a:r>
              <a:endParaRPr kumimoji="1" lang="ko-Kore-KR" altLang="en-US" sz="700" dirty="0"/>
            </a:p>
          </p:txBody>
        </p:sp>
      </p:grpSp>
      <p:sp>
        <p:nvSpPr>
          <p:cNvPr id="43" name="타원 42">
            <a:extLst>
              <a:ext uri="{FF2B5EF4-FFF2-40B4-BE49-F238E27FC236}">
                <a16:creationId xmlns:a16="http://schemas.microsoft.com/office/drawing/2014/main" id="{02F32D25-28F7-1716-3E83-F14ABD93449D}"/>
              </a:ext>
            </a:extLst>
          </p:cNvPr>
          <p:cNvSpPr/>
          <p:nvPr/>
        </p:nvSpPr>
        <p:spPr>
          <a:xfrm>
            <a:off x="3453448" y="1379827"/>
            <a:ext cx="1005840" cy="171241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D695E79A-408D-591D-2E96-6EA24B24CB01}"/>
              </a:ext>
            </a:extLst>
          </p:cNvPr>
          <p:cNvSpPr/>
          <p:nvPr/>
        </p:nvSpPr>
        <p:spPr>
          <a:xfrm>
            <a:off x="3578517" y="1400498"/>
            <a:ext cx="755703" cy="106327"/>
          </a:xfrm>
          <a:prstGeom prst="ellipse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7D38618-D2FB-DEDC-8331-74220DBAD13F}"/>
              </a:ext>
            </a:extLst>
          </p:cNvPr>
          <p:cNvGrpSpPr/>
          <p:nvPr/>
        </p:nvGrpSpPr>
        <p:grpSpPr>
          <a:xfrm>
            <a:off x="3530435" y="957299"/>
            <a:ext cx="928853" cy="173949"/>
            <a:chOff x="2250501" y="2809296"/>
            <a:chExt cx="1472650" cy="275787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85DF44B4-73FB-9178-2066-47F4DE9C837D}"/>
                </a:ext>
              </a:extLst>
            </p:cNvPr>
            <p:cNvSpPr/>
            <p:nvPr/>
          </p:nvSpPr>
          <p:spPr>
            <a:xfrm>
              <a:off x="2250501" y="2809296"/>
              <a:ext cx="1472650" cy="275787"/>
            </a:xfrm>
            <a:custGeom>
              <a:avLst/>
              <a:gdLst>
                <a:gd name="connsiteX0" fmla="*/ 502920 w 1005840"/>
                <a:gd name="connsiteY0" fmla="*/ 0 h 171242"/>
                <a:gd name="connsiteX1" fmla="*/ 1005840 w 1005840"/>
                <a:gd name="connsiteY1" fmla="*/ 85621 h 171242"/>
                <a:gd name="connsiteX2" fmla="*/ 502920 w 1005840"/>
                <a:gd name="connsiteY2" fmla="*/ 171242 h 171242"/>
                <a:gd name="connsiteX3" fmla="*/ 0 w 1005840"/>
                <a:gd name="connsiteY3" fmla="*/ 85621 h 171242"/>
                <a:gd name="connsiteX4" fmla="*/ 502920 w 1005840"/>
                <a:gd name="connsiteY4" fmla="*/ 0 h 171242"/>
                <a:gd name="connsiteX5" fmla="*/ 502921 w 1005840"/>
                <a:gd name="connsiteY5" fmla="*/ 18290 h 171242"/>
                <a:gd name="connsiteX6" fmla="*/ 125069 w 1005840"/>
                <a:gd name="connsiteY6" fmla="*/ 71454 h 171242"/>
                <a:gd name="connsiteX7" fmla="*/ 502921 w 1005840"/>
                <a:gd name="connsiteY7" fmla="*/ 124618 h 171242"/>
                <a:gd name="connsiteX8" fmla="*/ 880773 w 1005840"/>
                <a:gd name="connsiteY8" fmla="*/ 71454 h 171242"/>
                <a:gd name="connsiteX9" fmla="*/ 502921 w 1005840"/>
                <a:gd name="connsiteY9" fmla="*/ 18290 h 17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5840" h="171242">
                  <a:moveTo>
                    <a:pt x="502920" y="0"/>
                  </a:moveTo>
                  <a:cubicBezTo>
                    <a:pt x="780675" y="0"/>
                    <a:pt x="1005840" y="38334"/>
                    <a:pt x="1005840" y="85621"/>
                  </a:cubicBezTo>
                  <a:cubicBezTo>
                    <a:pt x="1005840" y="132908"/>
                    <a:pt x="780675" y="171242"/>
                    <a:pt x="502920" y="171242"/>
                  </a:cubicBezTo>
                  <a:cubicBezTo>
                    <a:pt x="225165" y="171242"/>
                    <a:pt x="0" y="132908"/>
                    <a:pt x="0" y="85621"/>
                  </a:cubicBezTo>
                  <a:cubicBezTo>
                    <a:pt x="0" y="38334"/>
                    <a:pt x="225165" y="0"/>
                    <a:pt x="502920" y="0"/>
                  </a:cubicBezTo>
                  <a:close/>
                  <a:moveTo>
                    <a:pt x="502921" y="18290"/>
                  </a:moveTo>
                  <a:cubicBezTo>
                    <a:pt x="294239" y="18290"/>
                    <a:pt x="125069" y="42092"/>
                    <a:pt x="125069" y="71454"/>
                  </a:cubicBezTo>
                  <a:cubicBezTo>
                    <a:pt x="125069" y="100816"/>
                    <a:pt x="294239" y="124618"/>
                    <a:pt x="502921" y="124618"/>
                  </a:cubicBezTo>
                  <a:cubicBezTo>
                    <a:pt x="711603" y="124618"/>
                    <a:pt x="880773" y="100816"/>
                    <a:pt x="880773" y="71454"/>
                  </a:cubicBezTo>
                  <a:cubicBezTo>
                    <a:pt x="880773" y="42092"/>
                    <a:pt x="711603" y="18290"/>
                    <a:pt x="502921" y="1829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2">
                    <a:lumMod val="75000"/>
                  </a:schemeClr>
                </a:gs>
                <a:gs pos="75000">
                  <a:schemeClr val="bg2">
                    <a:lumMod val="50000"/>
                  </a:schemeClr>
                </a:gs>
                <a:gs pos="49000">
                  <a:schemeClr val="accent3">
                    <a:lumMod val="50000"/>
                  </a:schemeClr>
                </a:gs>
                <a:gs pos="27000">
                  <a:schemeClr val="bg1">
                    <a:lumMod val="8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22295B6-5070-69B1-F088-B83694C5B2EA}"/>
                </a:ext>
              </a:extLst>
            </p:cNvPr>
            <p:cNvSpPr/>
            <p:nvPr/>
          </p:nvSpPr>
          <p:spPr>
            <a:xfrm>
              <a:off x="2342698" y="2822158"/>
              <a:ext cx="1288256" cy="23298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7E4DA9B-4054-2CB7-CB4B-DC53785C0140}"/>
              </a:ext>
            </a:extLst>
          </p:cNvPr>
          <p:cNvGrpSpPr/>
          <p:nvPr/>
        </p:nvGrpSpPr>
        <p:grpSpPr>
          <a:xfrm>
            <a:off x="2952620" y="3145692"/>
            <a:ext cx="271667" cy="445094"/>
            <a:chOff x="2469621" y="3965313"/>
            <a:chExt cx="271667" cy="445094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CCE1236-2AE9-3592-45C8-11306FB827C8}"/>
                </a:ext>
              </a:extLst>
            </p:cNvPr>
            <p:cNvSpPr/>
            <p:nvPr/>
          </p:nvSpPr>
          <p:spPr>
            <a:xfrm>
              <a:off x="2469621" y="3967499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chemeClr val="bg2">
                    <a:lumMod val="75000"/>
                  </a:schemeClr>
                </a:gs>
                <a:gs pos="75000">
                  <a:schemeClr val="bg2">
                    <a:lumMod val="50000"/>
                  </a:schemeClr>
                </a:gs>
                <a:gs pos="49000">
                  <a:schemeClr val="accent3">
                    <a:lumMod val="50000"/>
                  </a:schemeClr>
                </a:gs>
                <a:gs pos="27000">
                  <a:schemeClr val="bg1">
                    <a:lumMod val="8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7B77C17-FB8F-1F1C-44C3-0FF25C80046B}"/>
                </a:ext>
              </a:extLst>
            </p:cNvPr>
            <p:cNvSpPr txBox="1"/>
            <p:nvPr/>
          </p:nvSpPr>
          <p:spPr>
            <a:xfrm>
              <a:off x="2515686" y="4302685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kumimoji="1" lang="ko-KR" altLang="en-US" sz="700" dirty="0"/>
                <a:t>토성</a:t>
              </a:r>
              <a:endParaRPr kumimoji="1" lang="ko-Kore-KR" altLang="en-US" sz="700" dirty="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FF991005-CFCE-4537-DBCE-B707BCC987B1}"/>
                </a:ext>
              </a:extLst>
            </p:cNvPr>
            <p:cNvSpPr/>
            <p:nvPr/>
          </p:nvSpPr>
          <p:spPr>
            <a:xfrm>
              <a:off x="2469621" y="3965313"/>
              <a:ext cx="271667" cy="271667"/>
            </a:xfrm>
            <a:prstGeom prst="ellipse">
              <a:avLst/>
            </a:prstGeom>
            <a:gradFill flip="none" rotWithShape="1">
              <a:gsLst>
                <a:gs pos="100000">
                  <a:schemeClr val="bg2">
                    <a:lumMod val="75000"/>
                  </a:schemeClr>
                </a:gs>
                <a:gs pos="75000">
                  <a:schemeClr val="bg2">
                    <a:lumMod val="50000"/>
                  </a:schemeClr>
                </a:gs>
                <a:gs pos="49000">
                  <a:schemeClr val="accent3">
                    <a:lumMod val="50000"/>
                  </a:schemeClr>
                </a:gs>
                <a:gs pos="27000">
                  <a:schemeClr val="bg1">
                    <a:lumMod val="8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4411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7E62E-B6A2-CFAD-D304-4ABD93CA60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F41BC7-B432-9FA1-D32B-1DF6927DF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35" y="4778598"/>
            <a:ext cx="7772400" cy="207940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67ACD00-4C21-B3C6-7A82-7E2C2C5FE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15" y="2699196"/>
            <a:ext cx="7772400" cy="20794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CC47A56-089F-EA8D-7947-D05591DFC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15" y="619794"/>
            <a:ext cx="7772400" cy="207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31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DFED7-F653-CD76-A5E9-BDE42C0243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FC2F6B9-E12B-0AAA-F6EB-61AF744188AE}"/>
              </a:ext>
            </a:extLst>
          </p:cNvPr>
          <p:cNvGrpSpPr/>
          <p:nvPr/>
        </p:nvGrpSpPr>
        <p:grpSpPr>
          <a:xfrm>
            <a:off x="2061365" y="4017250"/>
            <a:ext cx="2077928" cy="1718161"/>
            <a:chOff x="2061365" y="4017250"/>
            <a:chExt cx="2077928" cy="1718161"/>
          </a:xfrm>
        </p:grpSpPr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455926E9-177B-A41A-8770-BC39C13D0BA3}"/>
                </a:ext>
              </a:extLst>
            </p:cNvPr>
            <p:cNvCxnSpPr>
              <a:cxnSpLocks/>
            </p:cNvCxnSpPr>
            <p:nvPr/>
          </p:nvCxnSpPr>
          <p:spPr>
            <a:xfrm>
              <a:off x="2061365" y="4580164"/>
              <a:ext cx="355264" cy="155122"/>
            </a:xfrm>
            <a:prstGeom prst="line">
              <a:avLst/>
            </a:prstGeom>
            <a:ln w="34925">
              <a:solidFill>
                <a:schemeClr val="accent4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1313D089-F5CC-FA52-10BA-A2CB5E7F14FD}"/>
                </a:ext>
              </a:extLst>
            </p:cNvPr>
            <p:cNvCxnSpPr>
              <a:cxnSpLocks/>
            </p:cNvCxnSpPr>
            <p:nvPr/>
          </p:nvCxnSpPr>
          <p:spPr>
            <a:xfrm>
              <a:off x="2416629" y="4735286"/>
              <a:ext cx="277585" cy="424543"/>
            </a:xfrm>
            <a:prstGeom prst="line">
              <a:avLst/>
            </a:prstGeom>
            <a:ln w="34925">
              <a:solidFill>
                <a:schemeClr val="accent4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067A6BB5-A5BE-FA77-8058-9E2274A488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8271" y="5159829"/>
              <a:ext cx="195943" cy="155122"/>
            </a:xfrm>
            <a:prstGeom prst="line">
              <a:avLst/>
            </a:prstGeom>
            <a:ln w="34925">
              <a:solidFill>
                <a:schemeClr val="accent4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[R] 12">
              <a:extLst>
                <a:ext uri="{FF2B5EF4-FFF2-40B4-BE49-F238E27FC236}">
                  <a16:creationId xmlns:a16="http://schemas.microsoft.com/office/drawing/2014/main" id="{896865EC-CD7A-49AC-1E8E-BD3790C4DD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6629" y="4413757"/>
              <a:ext cx="420461" cy="347383"/>
            </a:xfrm>
            <a:prstGeom prst="line">
              <a:avLst/>
            </a:prstGeom>
            <a:ln w="34925">
              <a:solidFill>
                <a:schemeClr val="accent4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[R] 14">
              <a:extLst>
                <a:ext uri="{FF2B5EF4-FFF2-40B4-BE49-F238E27FC236}">
                  <a16:creationId xmlns:a16="http://schemas.microsoft.com/office/drawing/2014/main" id="{3F168700-781F-F0B0-DBB5-C9EA779DCB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4214" y="4017250"/>
              <a:ext cx="277586" cy="653983"/>
            </a:xfrm>
            <a:prstGeom prst="line">
              <a:avLst/>
            </a:prstGeom>
            <a:ln w="34925">
              <a:solidFill>
                <a:schemeClr val="accent4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[R] 18">
              <a:extLst>
                <a:ext uri="{FF2B5EF4-FFF2-40B4-BE49-F238E27FC236}">
                  <a16:creationId xmlns:a16="http://schemas.microsoft.com/office/drawing/2014/main" id="{468C9B02-6C0C-7337-6D19-EDED2A1451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1799" y="4657725"/>
              <a:ext cx="679000" cy="0"/>
            </a:xfrm>
            <a:prstGeom prst="line">
              <a:avLst/>
            </a:prstGeom>
            <a:ln w="34925">
              <a:solidFill>
                <a:schemeClr val="accent4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E00FDE87-AE81-3397-1773-340CFD2A17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0799" y="4261757"/>
              <a:ext cx="488494" cy="409476"/>
            </a:xfrm>
            <a:prstGeom prst="line">
              <a:avLst/>
            </a:prstGeom>
            <a:ln w="34925">
              <a:solidFill>
                <a:schemeClr val="accent4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C2DBF042-6243-A5D2-6AA4-2BEA86F45B07}"/>
                </a:ext>
              </a:extLst>
            </p:cNvPr>
            <p:cNvCxnSpPr>
              <a:cxnSpLocks/>
            </p:cNvCxnSpPr>
            <p:nvPr/>
          </p:nvCxnSpPr>
          <p:spPr>
            <a:xfrm>
              <a:off x="3650799" y="4657725"/>
              <a:ext cx="341537" cy="579665"/>
            </a:xfrm>
            <a:prstGeom prst="line">
              <a:avLst/>
            </a:prstGeom>
            <a:ln w="34925">
              <a:solidFill>
                <a:schemeClr val="accent4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B3351898-FC5C-F3D0-E4E9-D7E0A28ED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2286" y="5237390"/>
              <a:ext cx="400050" cy="498021"/>
            </a:xfrm>
            <a:prstGeom prst="line">
              <a:avLst/>
            </a:prstGeom>
            <a:ln w="34925">
              <a:solidFill>
                <a:schemeClr val="accent4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7AE85E34-88DA-0FB2-005D-E38A060A0B15}"/>
                </a:ext>
              </a:extLst>
            </p:cNvPr>
            <p:cNvSpPr/>
            <p:nvPr/>
          </p:nvSpPr>
          <p:spPr>
            <a:xfrm>
              <a:off x="2747281" y="4283249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rgbClr val="C00000"/>
                </a:gs>
                <a:gs pos="16000">
                  <a:srgbClr val="FF0000"/>
                </a:gs>
                <a:gs pos="100000">
                  <a:srgbClr val="FF5C4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523A7981-4DCF-1F04-C37C-24AC3D403741}"/>
                </a:ext>
              </a:extLst>
            </p:cNvPr>
            <p:cNvSpPr/>
            <p:nvPr/>
          </p:nvSpPr>
          <p:spPr>
            <a:xfrm>
              <a:off x="2560866" y="5032203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rgbClr val="C00000"/>
                </a:gs>
                <a:gs pos="16000">
                  <a:srgbClr val="FF0000"/>
                </a:gs>
                <a:gs pos="100000">
                  <a:srgbClr val="FF5C4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908E930C-601E-CC5C-8485-35C5DDCB95F6}"/>
                </a:ext>
              </a:extLst>
            </p:cNvPr>
            <p:cNvSpPr/>
            <p:nvPr/>
          </p:nvSpPr>
          <p:spPr>
            <a:xfrm>
              <a:off x="3882117" y="5124170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303CA106-9B69-B9BD-CEB3-503AF4D39753}"/>
                </a:ext>
              </a:extLst>
            </p:cNvPr>
            <p:cNvSpPr/>
            <p:nvPr/>
          </p:nvSpPr>
          <p:spPr>
            <a:xfrm>
              <a:off x="2314574" y="4626148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B43B244-C823-A3CC-830A-6FA0EDEC9680}"/>
                </a:ext>
              </a:extLst>
            </p:cNvPr>
            <p:cNvSpPr/>
            <p:nvPr/>
          </p:nvSpPr>
          <p:spPr>
            <a:xfrm>
              <a:off x="3548745" y="4550510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rgbClr val="630064"/>
                </a:gs>
                <a:gs pos="16000">
                  <a:srgbClr val="FF18E3"/>
                </a:gs>
                <a:gs pos="100000">
                  <a:srgbClr val="FBADFC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1AFE37A4-0C77-A85A-4331-04A7A1945172}"/>
              </a:ext>
            </a:extLst>
          </p:cNvPr>
          <p:cNvGrpSpPr/>
          <p:nvPr/>
        </p:nvGrpSpPr>
        <p:grpSpPr>
          <a:xfrm>
            <a:off x="5280948" y="3983359"/>
            <a:ext cx="2246847" cy="1908644"/>
            <a:chOff x="5280948" y="3983359"/>
            <a:chExt cx="2246847" cy="1908644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2BC8C6A-A826-AE2C-5EF1-96558139F408}"/>
                </a:ext>
              </a:extLst>
            </p:cNvPr>
            <p:cNvGrpSpPr/>
            <p:nvPr/>
          </p:nvGrpSpPr>
          <p:grpSpPr>
            <a:xfrm>
              <a:off x="5280948" y="3983359"/>
              <a:ext cx="2246847" cy="1908644"/>
              <a:chOff x="5280948" y="3983359"/>
              <a:chExt cx="2246847" cy="1908644"/>
            </a:xfrm>
          </p:grpSpPr>
          <p:sp>
            <p:nvSpPr>
              <p:cNvPr id="54" name="모서리가 둥근 직사각형 53">
                <a:extLst>
                  <a:ext uri="{FF2B5EF4-FFF2-40B4-BE49-F238E27FC236}">
                    <a16:creationId xmlns:a16="http://schemas.microsoft.com/office/drawing/2014/main" id="{CF2FAD98-3C7D-662E-9354-9C5DF9FC90F2}"/>
                  </a:ext>
                </a:extLst>
              </p:cNvPr>
              <p:cNvSpPr/>
              <p:nvPr/>
            </p:nvSpPr>
            <p:spPr>
              <a:xfrm rot="4001709">
                <a:off x="5712584" y="4325306"/>
                <a:ext cx="720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6" name="모서리가 둥근 직사각형 55">
                <a:extLst>
                  <a:ext uri="{FF2B5EF4-FFF2-40B4-BE49-F238E27FC236}">
                    <a16:creationId xmlns:a16="http://schemas.microsoft.com/office/drawing/2014/main" id="{9F167964-F466-F41D-20B9-D62378EAE993}"/>
                  </a:ext>
                </a:extLst>
              </p:cNvPr>
              <p:cNvSpPr/>
              <p:nvPr/>
            </p:nvSpPr>
            <p:spPr>
              <a:xfrm>
                <a:off x="6190420" y="4644087"/>
                <a:ext cx="720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7" name="모서리가 둥근 직사각형 56">
                <a:extLst>
                  <a:ext uri="{FF2B5EF4-FFF2-40B4-BE49-F238E27FC236}">
                    <a16:creationId xmlns:a16="http://schemas.microsoft.com/office/drawing/2014/main" id="{B24C0EC7-D346-A82B-96F0-7E4C14FBCB79}"/>
                  </a:ext>
                </a:extLst>
              </p:cNvPr>
              <p:cNvSpPr/>
              <p:nvPr/>
            </p:nvSpPr>
            <p:spPr>
              <a:xfrm rot="19170360">
                <a:off x="6807795" y="4415993"/>
                <a:ext cx="720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8" name="모서리가 둥근 직사각형 57">
                <a:extLst>
                  <a:ext uri="{FF2B5EF4-FFF2-40B4-BE49-F238E27FC236}">
                    <a16:creationId xmlns:a16="http://schemas.microsoft.com/office/drawing/2014/main" id="{CB778026-0DF0-0C84-E8BC-C6DC92E407BF}"/>
                  </a:ext>
                </a:extLst>
              </p:cNvPr>
              <p:cNvSpPr/>
              <p:nvPr/>
            </p:nvSpPr>
            <p:spPr>
              <a:xfrm rot="3528441">
                <a:off x="6712487" y="4945322"/>
                <a:ext cx="720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59" name="모서리가 둥근 직사각형 58">
                <a:extLst>
                  <a:ext uri="{FF2B5EF4-FFF2-40B4-BE49-F238E27FC236}">
                    <a16:creationId xmlns:a16="http://schemas.microsoft.com/office/drawing/2014/main" id="{2D886E56-C286-994B-CB00-F069F67AC713}"/>
                  </a:ext>
                </a:extLst>
              </p:cNvPr>
              <p:cNvSpPr/>
              <p:nvPr/>
            </p:nvSpPr>
            <p:spPr>
              <a:xfrm rot="18467119">
                <a:off x="6682329" y="5513950"/>
                <a:ext cx="720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0" name="모서리가 둥근 직사각형 59">
                <a:extLst>
                  <a:ext uri="{FF2B5EF4-FFF2-40B4-BE49-F238E27FC236}">
                    <a16:creationId xmlns:a16="http://schemas.microsoft.com/office/drawing/2014/main" id="{E3B20108-682F-A18D-7004-A0A8D7C239F8}"/>
                  </a:ext>
                </a:extLst>
              </p:cNvPr>
              <p:cNvSpPr/>
              <p:nvPr/>
            </p:nvSpPr>
            <p:spPr>
              <a:xfrm rot="19170360">
                <a:off x="5576104" y="4542015"/>
                <a:ext cx="576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1" name="모서리가 둥근 직사각형 60">
                <a:extLst>
                  <a:ext uri="{FF2B5EF4-FFF2-40B4-BE49-F238E27FC236}">
                    <a16:creationId xmlns:a16="http://schemas.microsoft.com/office/drawing/2014/main" id="{51D4C66D-F127-B6C2-02F1-216DDBF2838E}"/>
                  </a:ext>
                </a:extLst>
              </p:cNvPr>
              <p:cNvSpPr/>
              <p:nvPr/>
            </p:nvSpPr>
            <p:spPr>
              <a:xfrm rot="1489671">
                <a:off x="5280948" y="4643238"/>
                <a:ext cx="396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2" name="모서리가 둥근 직사각형 61">
                <a:extLst>
                  <a:ext uri="{FF2B5EF4-FFF2-40B4-BE49-F238E27FC236}">
                    <a16:creationId xmlns:a16="http://schemas.microsoft.com/office/drawing/2014/main" id="{BC515DE1-B5A9-186A-8B1A-44591CD083FA}"/>
                  </a:ext>
                </a:extLst>
              </p:cNvPr>
              <p:cNvSpPr/>
              <p:nvPr/>
            </p:nvSpPr>
            <p:spPr>
              <a:xfrm rot="3465335">
                <a:off x="5532953" y="4928654"/>
                <a:ext cx="504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63" name="모서리가 둥근 직사각형 62">
                <a:extLst>
                  <a:ext uri="{FF2B5EF4-FFF2-40B4-BE49-F238E27FC236}">
                    <a16:creationId xmlns:a16="http://schemas.microsoft.com/office/drawing/2014/main" id="{AFE62C95-BE44-C122-0E48-0FDD8BF407DD}"/>
                  </a:ext>
                </a:extLst>
              </p:cNvPr>
              <p:cNvSpPr/>
              <p:nvPr/>
            </p:nvSpPr>
            <p:spPr>
              <a:xfrm rot="19170360">
                <a:off x="5719572" y="5194574"/>
                <a:ext cx="216000" cy="36105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45835D5F-2DBF-5BB6-E64C-C9F02C4256B1}"/>
                </a:ext>
              </a:extLst>
            </p:cNvPr>
            <p:cNvSpPr/>
            <p:nvPr/>
          </p:nvSpPr>
          <p:spPr>
            <a:xfrm>
              <a:off x="5757219" y="5011911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rgbClr val="C00000"/>
                </a:gs>
                <a:gs pos="16000">
                  <a:srgbClr val="FF0000"/>
                </a:gs>
                <a:gs pos="100000">
                  <a:srgbClr val="FF5C4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463D01B-82B5-C49E-2567-278EEE895272}"/>
                </a:ext>
              </a:extLst>
            </p:cNvPr>
            <p:cNvSpPr/>
            <p:nvPr/>
          </p:nvSpPr>
          <p:spPr>
            <a:xfrm>
              <a:off x="5543739" y="462302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58F2A715-ACA0-477B-D459-69F3ABB33307}"/>
                </a:ext>
              </a:extLst>
            </p:cNvPr>
            <p:cNvSpPr/>
            <p:nvPr/>
          </p:nvSpPr>
          <p:spPr>
            <a:xfrm>
              <a:off x="5959951" y="4261757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rgbClr val="C00000"/>
                </a:gs>
                <a:gs pos="16000">
                  <a:srgbClr val="FF0000"/>
                </a:gs>
                <a:gs pos="100000">
                  <a:srgbClr val="FF5C4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5746079-03CC-0204-50FD-774A6F798839}"/>
                </a:ext>
              </a:extLst>
            </p:cNvPr>
            <p:cNvSpPr/>
            <p:nvPr/>
          </p:nvSpPr>
          <p:spPr>
            <a:xfrm>
              <a:off x="6776442" y="4567933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rgbClr val="630064"/>
                </a:gs>
                <a:gs pos="16000">
                  <a:srgbClr val="FF18E3"/>
                </a:gs>
                <a:gs pos="100000">
                  <a:srgbClr val="FBADFC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9DA1FD49-2328-E96F-D105-1E8B5D676222}"/>
                </a:ext>
              </a:extLst>
            </p:cNvPr>
            <p:cNvSpPr/>
            <p:nvPr/>
          </p:nvSpPr>
          <p:spPr>
            <a:xfrm>
              <a:off x="7123341" y="5150158"/>
              <a:ext cx="224518" cy="224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18000">
                  <a:schemeClr val="accent4"/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505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>
              <a:lumMod val="75000"/>
            </a:schemeClr>
          </a:solidFill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spAutoFit/>
      </a:bodyPr>
      <a:lstStyle>
        <a:defPPr algn="l">
          <a:defRPr kumimoji="1" sz="7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202367</TotalTime>
  <Words>259</Words>
  <Application>Microsoft Office PowerPoint</Application>
  <PresentationFormat>와이드스크린</PresentationFormat>
  <Paragraphs>135</Paragraphs>
  <Slides>13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Calibri</vt:lpstr>
      <vt:lpstr>맑은 고딕</vt:lpstr>
      <vt:lpstr>Office 테마</vt:lpstr>
      <vt:lpstr>PowerPoint 프레젠테이션</vt:lpstr>
      <vt:lpstr>PowerPoint 프레젠테이션</vt:lpstr>
      <vt:lpstr>콘셉트</vt:lpstr>
      <vt:lpstr>로그인</vt:lpstr>
      <vt:lpstr>Lobby</vt:lpstr>
      <vt:lpstr>LOBBY</vt:lpstr>
      <vt:lpstr>Lobby</vt:lpstr>
      <vt:lpstr>Lobby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나현</dc:creator>
  <cp:lastModifiedBy>조 성민</cp:lastModifiedBy>
  <cp:revision>4674</cp:revision>
  <dcterms:created xsi:type="dcterms:W3CDTF">2020-08-31T06:29:03Z</dcterms:created>
  <dcterms:modified xsi:type="dcterms:W3CDTF">2023-04-17T09:00:27Z</dcterms:modified>
</cp:coreProperties>
</file>